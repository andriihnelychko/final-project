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Titillium Web"/>
      <p:regular r:id="rId36"/>
      <p:bold r:id="rId37"/>
      <p:italic r:id="rId38"/>
      <p:boldItalic r:id="rId39"/>
    </p:embeddedFont>
    <p:embeddedFont>
      <p:font typeface="Barlow Semi Condensed"/>
      <p:regular r:id="rId40"/>
      <p:bold r:id="rId41"/>
      <p:italic r:id="rId42"/>
      <p:boldItalic r:id="rId43"/>
    </p:embeddedFont>
    <p:embeddedFont>
      <p:font typeface="Roboto Mono"/>
      <p:regular r:id="rId44"/>
      <p:bold r:id="rId45"/>
      <p:italic r:id="rId46"/>
      <p:boldItalic r:id="rId47"/>
    </p:embeddedFont>
    <p:embeddedFont>
      <p:font typeface="Barlow Semi Condensed SemiBold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pos="340">
          <p15:clr>
            <a:srgbClr val="747775"/>
          </p15:clr>
        </p15:guide>
        <p15:guide id="4" pos="5467">
          <p15:clr>
            <a:srgbClr val="747775"/>
          </p15:clr>
        </p15:guide>
        <p15:guide id="5" pos="1586">
          <p15:clr>
            <a:srgbClr val="747775"/>
          </p15:clr>
        </p15:guide>
        <p15:guide id="6" pos="4174">
          <p15:clr>
            <a:srgbClr val="747775"/>
          </p15:clr>
        </p15:guide>
        <p15:guide id="7" orient="horz" pos="92">
          <p15:clr>
            <a:srgbClr val="747775"/>
          </p15:clr>
        </p15:guide>
        <p15:guide id="8" orient="horz" pos="3148">
          <p15:clr>
            <a:srgbClr val="747775"/>
          </p15:clr>
        </p15:guide>
        <p15:guide id="9" orient="horz" pos="2384">
          <p15:clr>
            <a:srgbClr val="747775"/>
          </p15:clr>
        </p15:guide>
        <p15:guide id="10" orient="horz" pos="856">
          <p15:clr>
            <a:srgbClr val="747775"/>
          </p15:clr>
        </p15:guide>
        <p15:guide id="11" pos="975">
          <p15:clr>
            <a:srgbClr val="747775"/>
          </p15:clr>
        </p15:guide>
        <p15:guide id="12" pos="2245">
          <p15:clr>
            <a:srgbClr val="747775"/>
          </p15:clr>
        </p15:guide>
        <p15:guide id="13" pos="3527">
          <p15:clr>
            <a:srgbClr val="747775"/>
          </p15:clr>
        </p15:guide>
        <p15:guide id="14" pos="4821">
          <p15:clr>
            <a:srgbClr val="747775"/>
          </p15:clr>
        </p15:guide>
        <p15:guide id="15" orient="horz" pos="474">
          <p15:clr>
            <a:srgbClr val="747775"/>
          </p15:clr>
        </p15:guide>
        <p15:guide id="16" orient="horz" pos="474">
          <p15:clr>
            <a:srgbClr val="747775"/>
          </p15:clr>
        </p15:guide>
        <p15:guide id="17" orient="horz" pos="2002">
          <p15:clr>
            <a:srgbClr val="747775"/>
          </p15:clr>
        </p15:guide>
        <p15:guide id="18" orient="horz" pos="2766">
          <p15:clr>
            <a:srgbClr val="747775"/>
          </p15:clr>
        </p15:guide>
        <p15:guide id="19" orient="horz" pos="123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05DF78-46A5-4F5D-B57F-4BECDEA2BD5A}">
  <a:tblStyle styleId="{8805DF78-46A5-4F5D-B57F-4BECDEA2BD5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340"/>
        <p:guide pos="5467"/>
        <p:guide pos="1586"/>
        <p:guide pos="4174"/>
        <p:guide pos="92" orient="horz"/>
        <p:guide pos="3148" orient="horz"/>
        <p:guide pos="2384" orient="horz"/>
        <p:guide pos="856" orient="horz"/>
        <p:guide pos="975"/>
        <p:guide pos="2245"/>
        <p:guide pos="3527"/>
        <p:guide pos="4821"/>
        <p:guide pos="474" orient="horz"/>
        <p:guide pos="474" orient="horz"/>
        <p:guide pos="2002" orient="horz"/>
        <p:guide pos="2766" orient="horz"/>
        <p:guide pos="123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SemiCondensed-regular.fntdata"/><Relationship Id="rId42" Type="http://schemas.openxmlformats.org/officeDocument/2006/relationships/font" Target="fonts/BarlowSemiCondensed-italic.fntdata"/><Relationship Id="rId41" Type="http://schemas.openxmlformats.org/officeDocument/2006/relationships/font" Target="fonts/BarlowSemiCondensed-bold.fntdata"/><Relationship Id="rId44" Type="http://schemas.openxmlformats.org/officeDocument/2006/relationships/font" Target="fonts/RobotoMono-regular.fntdata"/><Relationship Id="rId43" Type="http://schemas.openxmlformats.org/officeDocument/2006/relationships/font" Target="fonts/BarlowSemiCondensed-boldItalic.fntdata"/><Relationship Id="rId46" Type="http://schemas.openxmlformats.org/officeDocument/2006/relationships/font" Target="fonts/RobotoMono-italic.fntdata"/><Relationship Id="rId45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BarlowSemiCondensedSemiBold-regular.fntdata"/><Relationship Id="rId47" Type="http://schemas.openxmlformats.org/officeDocument/2006/relationships/font" Target="fonts/RobotoMono-boldItalic.fntdata"/><Relationship Id="rId49" Type="http://schemas.openxmlformats.org/officeDocument/2006/relationships/font" Target="fonts/BarlowSemiCondensed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TitilliumWeb-bold.fntdata"/><Relationship Id="rId36" Type="http://schemas.openxmlformats.org/officeDocument/2006/relationships/font" Target="fonts/TitilliumWeb-regular.fntdata"/><Relationship Id="rId39" Type="http://schemas.openxmlformats.org/officeDocument/2006/relationships/font" Target="fonts/TitilliumWeb-boldItalic.fntdata"/><Relationship Id="rId38" Type="http://schemas.openxmlformats.org/officeDocument/2006/relationships/font" Target="fonts/TitilliumWeb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BarlowSemiCondensedSemiBold-boldItalic.fntdata"/><Relationship Id="rId50" Type="http://schemas.openxmlformats.org/officeDocument/2006/relationships/font" Target="fonts/BarlowSemiCondensedSemiBold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6" name="Google Shape;10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9" name="Google Shape;11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В проекте я прошел полный цикл анализа: очистка данных, объединение таблиц, описательная статистика, бизнес-анализ, юнит-экономика и формирование гипотезы роста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8" name="Google Shape;13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В проекте я прошел полный цикл анализа: очистка данных, объединение таблиц, описательная статистика, бизнес-анализ, юнит-экономика и формирование гипотезы роста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1" name="Google Shape;13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Главный вывод: бизнес в целом окупает маркетинговые расходы, но большая понятная зона потерь находится на этапе контакта с лидом. Поэтому точка роста не просто в увеличении рекламы, а в улучшении обработки уже привлеченных лидов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7" name="Google Shape;13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Гипотеза стала следствием анализа: если клиент не ответил на первый звонок, мы предлагаем отправлять автоматическое SMS и делать повторный звонок в течение часа. Это одно процессное изменение, которое можно проверить A/B-тестом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7" name="Google Shape;13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 тесте участвуют новые лиды, которые случайно делятся на две равные группы. Контрольная группа обрабатывается по текущему процессу. В тестовой группе после неуспешного первого звонка клиент получает автоматическое SMS, а менеджер делает повторный звонок в течение часа.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>
                <a:solidFill>
                  <a:schemeClr val="dk1"/>
                </a:solidFill>
              </a:rPr>
              <a:t>Мы оцениваем результат на двух уровнях. Сначала смотрим операционный результат: стала ли выше доля лидов с успешным контактом. Для этого уровня при базовом значении 79.65% и минимальном эффекте 5 процентных пунктов нужно около 1 038 лидов в каждой группе.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>
                <a:solidFill>
                  <a:schemeClr val="dk1"/>
                </a:solidFill>
              </a:rPr>
              <a:t>Затем смотрим бизнес-уровень: конверсию C1 из лида в студента. Если успешный контакт растет и C1 не ухудшается, сценарий можно масштабировать. Если растет успешный контакт, но C1 не меняется, нужно дорабатывать следующий этап продажи: скрипт менеджера или оффер.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8" name="Google Shape;14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В проекте я прошел полный цикл анализа: очистка данных, объединение таблиц, описательная статистика, бизнес-анализ, юнит-экономика и формирование гипотезы роста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5" name="Google Shape;14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Цель слайда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Показать, что бизнес-модель в целом работает: стоимость привлечения студента существенно ниже ценности студента для бизнеса. Поэтому есть смысл улучшать конверсию текущего потока, а не только наращивать рекламу.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Средний месячный чек, рассчитанный по справедливой формуле, составляет около 783 евро. В среднем студент проходит 5.52 платежных периода, поэтому CLTV составляет около 4 325 евро.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Это существенно выше CAC — стоимости привлечения одного студента. Поэтому бизнес-модель окупается, а улучшение C1 потенциально даст дополнительный рост выручки без обязательного увеличения рекламного бюджета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3" name="Google Shape;15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rPr b="1" lang="ru" sz="1700">
                <a:solidFill>
                  <a:schemeClr val="dk1"/>
                </a:solidFill>
              </a:rPr>
              <a:t>Цель слайда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Показать, как операционный показатель успешного контакта связан с бизнес-результатом и почему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C1</a:t>
            </a:r>
            <a:r>
              <a:rPr lang="ru">
                <a:solidFill>
                  <a:schemeClr val="dk1"/>
                </a:solidFill>
              </a:rPr>
              <a:t> является важным рычагом роста.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Главной метрикой дерева выбрана CM — вклад после маркетинговых расходов. Она рассчитывается как разница между выручкой и расходами на привлечение.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Выручка зависит от количества лидов, конверсии C1, среднего чека и количества платежных периодов. Поэтому C1 — это один из прямых рычагов роста Revenue и CM.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ru"/>
              <a:t>Наш A/B-тест влияет не сразу на оплату, а на нижний операционный слой — успешный контакт с лидом. Если успешных контактов становится больше, это может привести к росту C1, а затем к росту выручки и CM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5" name="Google Shape;15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Цель слайда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Показать, что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C1</a:t>
            </a:r>
            <a:r>
              <a:rPr lang="ru">
                <a:solidFill>
                  <a:schemeClr val="dk1"/>
                </a:solidFill>
              </a:rPr>
              <a:t> не просто входит в формулу, а действительно заметно влияет на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CM</a:t>
            </a:r>
            <a:r>
              <a:rPr lang="ru">
                <a:solidFill>
                  <a:schemeClr val="dk1"/>
                </a:solidFill>
              </a:rPr>
              <a:t> по основным продуктам.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Мы провели анализ чувствительности по основным продуктам. Для каждого продукта по очереди меняли один рычаг на 10% и смотрели, как меняется CM.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На тепловой карте видно, что на CM влияют и цена, и длительность обучения, и стоимость привлечения. Однако рост C1 также дает заметный эффект по всем основным продуктам.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Для нас это важно, потому что C1 можно улучшать через процесс обработки лидов. В отличие от изменения цены или роста рекламных расходов, это более мягкий и управляемый сценарий роста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4" name="Google Shape;15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В проекте я прошел полный цикл анализа: очистка данных, объединение таблиц, описательная статистика, бизнес-анализ, юнит-экономика и формирование гипотезы роста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4" name="Google Shape;16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Цель слайда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Показать, что проблема контакта с лидом — не предположение, а крупнейшая понятная группа причин потерь.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Для анализа причин потерь мы взяли только лидов, которые не стали студентами, и объединили исходные значения lost_reason в бизнес-категории.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Самая большая понятная группа потерь — 37.77% — связана с отсутствием контакта или проблемой связи. Сюда входят клиенты, которые не отвечают, перестают отвечать или имеют некорректный номер.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Еще 24.91% сделок не имеют указанной причины потери. Это отдельная проблема качества заполнения CRM. Но среди понятных и управляемых причин именно контакт с лидом является крупнейшей зоной для улучшения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4" name="Google Shape;16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Цель слайда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Показать, что проблема контакта подтверждается не только в причинах потерь, но и на уровне звонков и лидов.</a:t>
            </a: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Мы анализировали контакт на трех уровнях. Среди всех звонков 37.86% неуспешные. На уровне лидов 20.35% не имели ни одного успешного контакта. А на уровне потерянных сделок 37.77% имеют причину “нет контакта или проблема связи”.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Эти показатели нельзя напрямую складывать, потому что у них разные базы. Но все они указывают на одну зону роста: успешный контакт является важным операционным слоем между заявкой и покупкой. Поэтому именно его мы выбираем основной операционной метрикой A/B-теста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3" name="Google Shape;16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Цель слайда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Показать две разные логики анализа: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>
                <a:solidFill>
                  <a:schemeClr val="dk1"/>
                </a:solidFill>
              </a:rPr>
              <a:t>путь клиента от рекламы до студента;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>
                <a:solidFill>
                  <a:schemeClr val="dk1"/>
                </a:solidFill>
              </a:rPr>
              <a:t>распределение сделок по CRM-стадиям.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Мы построили две разные воронки. Слева показан путь клиента от рекламного клика до фактического студента. Эта воронка помогает разделить зоны ответственности маркетинга и продаж.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Справа показано распределение сделок по CRM-стадиям. Это важно не трактовать как последовательную воронку: Lost, Active Sales и Marketing Lead — это статусы сделок, а не этапы, через которые обязательно проходит каждый клиент.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Однако большая доля потерянных сделок показывает, почему дальше мы отдельно анализировали причины потерь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5" name="Google Shape;16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rPr b="1" lang="ru" sz="1700">
                <a:solidFill>
                  <a:schemeClr val="dk1"/>
                </a:solidFill>
              </a:rPr>
              <a:t>Цель слайда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Показать, как рассчитывалась выручка и как она менялась во времени.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Для денежных расчетов мы не считали все суммы из CRM реальной выручкой. По условиям проекта факт обучения определяется через months_of_study, поэтому выручка рассчитывалась только по студентам.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Также для расчета использовалась справедливая формула, которая учитывает первый платеж, полную стоимость курса, длительность курса и количество месяцев обучения.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ru"/>
              <a:t>На графике показана динамика выручки по месяцам. Она позволяет увидеть периоды роста, снижения и возможную сезонность продаж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2" name="Google Shape;174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Мы сравнили источники не только по количеству привлеченных лидов, но и по числу студентов, выручке, расходам, CAC и ROMI. Это важно, потому что источник может создавать большой поток заявок, но приводить мало покупателей. Поэтому при принятии решений о рекламном бюджете нужно учитывать не объем трафика сам по себе, а его качество и окупаемость.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2" name="Google Shape;179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Цель: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Показать, что эффективность менеджеров нельзя оценивать по одному показателю: нужно одновременно смотреть на объем сделок, число студентов и выручку.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Мы сравнили менеджеров сразу по трем показателям. Количество сделок отражает нагрузку, число студентов — результат в продажах, а выручка — финансовый вклад. Видно, что лидер по объему сделок не обязательно является лидером по выручке. Например, у разных менеджеров могут отличаться продукты, средний чек и конверсия. Поэтому для управления продажами важно оценивать менеджера комплексно, а не только по одному рейтингу.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Этот слайд хорошо подводит к нашей гипотезе: часть разницы в результатах может быть связана с тем, насколько быстро и качественно менеджер обрабатывает первый контакт.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1" name="Google Shape;183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Цель слайда: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Показать полный путь продукта: сколько лидов он получает, сколько из них становятся студентами, какая получается конверсия и какой финансовый результат дает направление.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На этом слайде мы смотрим на продукты как на последовательную цепочку: лиды, студенты, конверсия и выручка. Digital Marketing формирует основной объем лидов и студентов, поэтому ожидаемо дает наибольшую выручку. При этом конверсия у трех основных продуктов находится на близком уровне. Значит, выбранная точка роста — улучшение первого контакта с лидом — потенциально универсальна: она может улучшить результат не одного отдельного продукта, а всего основного портфеля школы.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g3ee2bd7223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5" name="Google Shape;1875;g3ee2bd7223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7" name="Google Shape;189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Цель слайда: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Показать, как менялась активность бизнеса по месяцам: поток заявок, количество студентов и поступление денег. Это помогает увидеть периоды роста и спада, а также не делать выводы только по общим итогам за год.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Мы отдельно посмотрели динамику лидов, студентов и выручки во времени. Поток лидов и количество студентов позволяют увидеть изменения спроса и активности продаж, а выручка показывает финансовый результат оплаченных сделок. При этом месяцы создания лида и оплаты могут не совпадать: клиент может оставить заявку в одном месяце, а оплатить обучение в другом. Поэтому временные ряды помогают увидеть общую динамику, но не используются как прямое доказательство того, что конкретные лиды этого месяца дали выручку в том же месяце.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5" name="Google Shape;194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Цель слайда: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Показать, что мы не просто построили графики, а проверили качество данных статистически: нашли потенциальные выбросы, разобрались в их природе и не удаляли реальные наблюдения без причины.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Выбросы мы проверяли двумя способами: визуально через boxplot и расчетом границ методом IQR с коэффициентом 1.5. При этом статистически необычное значение не всегда означает ошибку. Например, длинный звонок может быть редким, но вполне реальным разговором, а короткие пересечения звонков часто объясняются технической логикой CRM. Поэтому мы не удаляли данные механически: сначала проверяли смысл показателя и только потом принимали решение о преобразовании, исправлении или сохранении значения.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3ee2bd7223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0" name="Google Shape;1990;g3ee2bd7223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7" name="Google Shape;204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Цель слайда: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Дать понятную картину источников данных и их связей: CRM-данные о клиентах, звонках и потенциальных сделках плюс рекламные расходы.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В проекте использованы четыре таблицы. Три относятся к CRM: контакты, звонки и потенциальные сделки. Четвертая содержит расходы на рекламу. Контакты, звонки и сделки связываются через идентификатор клиента </a:t>
            </a:r>
            <a:r>
              <a:rPr lang="ru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contact_id</a:t>
            </a:r>
            <a:r>
              <a:rPr lang="ru">
                <a:solidFill>
                  <a:schemeClr val="dk1"/>
                </a:solidFill>
              </a:rPr>
              <a:t>. Рекламные расходы мы сопоставляли со сделками по источнику и кампании. На этой структуре была построена единая аналитическая база для анализа воронки, продаж, маркетинга и юнит-экономики.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6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8" name="Google Shape;209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Цель слайда: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Коротко показать системный процесс подготовки данных: мы не исправляли отдельные ошибки хаотично, а последовательно проверяли типы, пропуски, дубли и бизнес-логику.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Каждую таблицу мы очищали по одной логике. Сначала изучали структуру и качество данных, затем приводили форматы, проверяли пропуски и дубликаты. После этого применяли бизнес-правила: например, факт обучения определяли по months of study, а выручку учитывали только по студентам. В конце проводили контрольные проверки и сохраняли отдельные чистые таблицы. Все шаги оформлены в Jupyter Notebook, поэтому решения можно воспроизвести и проверить.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5" name="Google Shape;215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Цель слайда: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Показать несколько наиболее важных и обоснованных решений. Не перечислять все технические действия, а объяснить, как очистка повлияла на надежность последующего анализа.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Самые важные решения касались не косметической очистки, а бизнес-смысла. Идентификаторы хранились как строки для корректных объединений. Для дублей контактов мы не просто удаляли записи, а создавали mapping, чтобы не потерять связанные звонки и сделки. Факт покупки определяли по months of study согласно условиям проекта. Пропуски заполнялись только там, где связь была подтверждена данными; в остальных случаях мы не создавали искусственную информацию. Это особенно важно для корректного расчета студентов, выручки и конверсии  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3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5" name="Google Shape;221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Цель слайда: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Показать, как четыре очищенные таблицы были объединены в одну базу для бизнес-анализа и юнит-экономики, без дублирования строк и искажения показателей.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За основу analytics_base взяли таблицу Deals: одна строка в ней соответствует одной потенциальной сделке. К ней присоединили информацию о контактах, агрегированные звонки клиента и данные о рекламном источнике. Важно, что звонки не присоединялись построчно: сначала они были сжаты до уровня клиента. Иначе каждая сделка размножилась бы на количество звонков, а выручка и количество лидов оказались бы завышены. Эта база стала основой для всей дальнейшей аналитики и юнит-экономики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4" name="Google Shape;226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Цель слайда: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Честно обозначить границы выводов. Это усиливает проект: мы показываем, где данные надежны, а где выводы нужно интерпретировать осторожно.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У проекта есть ограничения. Не все причины потерь фиксировались в CRM, а часть полей заполнялась менеджерами вручную. Также рекламные расходы не связаны с продуктами напрямую, поэтому продуктовые CAC и ROMI являются оценочными. И главное: наблюдаемые закономерности еще не доказывают причинно-следственную связь. Поэтому наш следующий корректный шаг — провести описанный A/B-тест и только после этого масштабировать новое правило работы с лидом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0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2" name="Google Shape;231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Закончить презентацию одним понятным выводом: бизнес окупается, но теряет заметную часть потенциала на этапе контакта с лидом; поэтому следующим действием должен стать A/B-тест нового процесса первого контакта.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Проект показал, что маркетинговые расходы школы в целом окупаются. При этом значительная часть потенциальных клиентов теряется на этапе контакта. Поэтому наиболее обоснованная точка роста — не просто привлекать больше лидов, а улучшить обработку уже существующего потока. Мы предлагаем после неуспешного первого звонка автоматически отправлять SMS и повторно звонить в течение часа. Эффект нужно проверить A/B-тестом сначала на доле успешных контактов, а затем на бизнес-метрике C1 — конверсии из лида в студента 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0" name="Google Shape;236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 block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11" name="Google Shape;11;p2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2" name="Google Shape;12;p2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" name="Google Shape;13;p2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" name="Google Shape;14;p2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" name="Google Shape;15;p2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6" name="Google Shape;16;p2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7" name="Google Shape;17;p2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" name="Google Shape;19;p2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" name="Google Shape;20;p2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1" name="Google Shape;21;p2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22" name="Google Shape;22;p2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" name="Google Shape;23;p2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" name="Google Shape;24;p2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25" name="Google Shape;25;p2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26" name="Google Shape;26;p2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27" name="Google Shape;27;p2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28" name="Google Shape;28;p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9" name="Google Shape;29;p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0" name="Google Shape;30;p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" name="Google Shape;31;p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2" name="Google Shape;32;p2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33" name="Google Shape;33;p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4" name="Google Shape;34;p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5" name="Google Shape;35;p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6" name="Google Shape;36;p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7" name="Google Shape;37;p2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38" name="Google Shape;38;p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9" name="Google Shape;39;p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0" name="Google Shape;40;p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41" name="Google Shape;41;p2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42" name="Google Shape;42;p2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43" name="Google Shape;43;p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4" name="Google Shape;44;p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5" name="Google Shape;45;p2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46" name="Google Shape;46;p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7" name="Google Shape;47;p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8" name="Google Shape;48;p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9" name="Google Shape;49;p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50" name="Google Shape;50;p2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51" name="Google Shape;51;p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" name="Google Shape;52;p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" name="Google Shape;53;p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sp>
        <p:nvSpPr>
          <p:cNvPr id="54" name="Google Shape;54;p2"/>
          <p:cNvSpPr txBox="1"/>
          <p:nvPr>
            <p:ph type="ctrTitle"/>
          </p:nvPr>
        </p:nvSpPr>
        <p:spPr>
          <a:xfrm>
            <a:off x="713225" y="820500"/>
            <a:ext cx="4035600" cy="274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" name="Google Shape;55;p2"/>
          <p:cNvSpPr txBox="1"/>
          <p:nvPr>
            <p:ph idx="1" type="subTitle"/>
          </p:nvPr>
        </p:nvSpPr>
        <p:spPr>
          <a:xfrm>
            <a:off x="713225" y="3808525"/>
            <a:ext cx="4035600" cy="33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6" name="Google Shape;56;p2"/>
          <p:cNvGrpSpPr/>
          <p:nvPr/>
        </p:nvGrpSpPr>
        <p:grpSpPr>
          <a:xfrm>
            <a:off x="-7" y="167200"/>
            <a:ext cx="8952587" cy="4867172"/>
            <a:chOff x="-7" y="167200"/>
            <a:chExt cx="8952587" cy="4867172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7519182" y="4467918"/>
              <a:ext cx="1433398" cy="566454"/>
              <a:chOff x="7519182" y="4467918"/>
              <a:chExt cx="1433398" cy="566454"/>
            </a:xfrm>
          </p:grpSpPr>
          <p:sp>
            <p:nvSpPr>
              <p:cNvPr id="58" name="Google Shape;58;p2"/>
              <p:cNvSpPr/>
              <p:nvPr/>
            </p:nvSpPr>
            <p:spPr>
              <a:xfrm>
                <a:off x="8561631" y="4643609"/>
                <a:ext cx="390949" cy="390763"/>
              </a:xfrm>
              <a:custGeom>
                <a:rect b="b" l="l" r="r" t="t"/>
                <a:pathLst>
                  <a:path extrusionOk="0" h="2106" w="2107">
                    <a:moveTo>
                      <a:pt x="1053" y="426"/>
                    </a:moveTo>
                    <a:cubicBezTo>
                      <a:pt x="1404" y="426"/>
                      <a:pt x="1680" y="702"/>
                      <a:pt x="1680" y="1053"/>
                    </a:cubicBezTo>
                    <a:cubicBezTo>
                      <a:pt x="1680" y="1404"/>
                      <a:pt x="1404" y="1704"/>
                      <a:pt x="1053" y="1704"/>
                    </a:cubicBezTo>
                    <a:cubicBezTo>
                      <a:pt x="703" y="1704"/>
                      <a:pt x="427" y="1404"/>
                      <a:pt x="427" y="1053"/>
                    </a:cubicBezTo>
                    <a:cubicBezTo>
                      <a:pt x="427" y="702"/>
                      <a:pt x="703" y="426"/>
                      <a:pt x="1053" y="426"/>
                    </a:cubicBezTo>
                    <a:close/>
                    <a:moveTo>
                      <a:pt x="1053" y="0"/>
                    </a:moveTo>
                    <a:cubicBezTo>
                      <a:pt x="477" y="0"/>
                      <a:pt x="1" y="476"/>
                      <a:pt x="1" y="1053"/>
                    </a:cubicBezTo>
                    <a:cubicBezTo>
                      <a:pt x="1" y="1629"/>
                      <a:pt x="477" y="2105"/>
                      <a:pt x="1053" y="2105"/>
                    </a:cubicBezTo>
                    <a:cubicBezTo>
                      <a:pt x="1630" y="2105"/>
                      <a:pt x="2106" y="1629"/>
                      <a:pt x="2106" y="1053"/>
                    </a:cubicBezTo>
                    <a:cubicBezTo>
                      <a:pt x="2106" y="476"/>
                      <a:pt x="1630" y="0"/>
                      <a:pt x="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7519182" y="4467918"/>
                <a:ext cx="1074296" cy="175676"/>
              </a:xfrm>
              <a:custGeom>
                <a:rect b="b" l="l" r="r" t="t"/>
                <a:pathLst>
                  <a:path extrusionOk="0" h="1029" w="6292">
                    <a:moveTo>
                      <a:pt x="126" y="1"/>
                    </a:moveTo>
                    <a:lnTo>
                      <a:pt x="0" y="126"/>
                    </a:lnTo>
                    <a:lnTo>
                      <a:pt x="502" y="702"/>
                    </a:lnTo>
                    <a:cubicBezTo>
                      <a:pt x="627" y="842"/>
                      <a:pt x="799" y="911"/>
                      <a:pt x="969" y="911"/>
                    </a:cubicBezTo>
                    <a:cubicBezTo>
                      <a:pt x="1106" y="911"/>
                      <a:pt x="1242" y="867"/>
                      <a:pt x="1354" y="778"/>
                    </a:cubicBezTo>
                    <a:lnTo>
                      <a:pt x="1830" y="351"/>
                    </a:lnTo>
                    <a:cubicBezTo>
                      <a:pt x="1905" y="276"/>
                      <a:pt x="2030" y="251"/>
                      <a:pt x="2131" y="251"/>
                    </a:cubicBezTo>
                    <a:cubicBezTo>
                      <a:pt x="2256" y="251"/>
                      <a:pt x="2356" y="301"/>
                      <a:pt x="2431" y="402"/>
                    </a:cubicBezTo>
                    <a:lnTo>
                      <a:pt x="2757" y="778"/>
                    </a:lnTo>
                    <a:cubicBezTo>
                      <a:pt x="2882" y="903"/>
                      <a:pt x="3033" y="978"/>
                      <a:pt x="3183" y="1003"/>
                    </a:cubicBezTo>
                    <a:cubicBezTo>
                      <a:pt x="3359" y="1003"/>
                      <a:pt x="3509" y="953"/>
                      <a:pt x="3634" y="828"/>
                    </a:cubicBezTo>
                    <a:lnTo>
                      <a:pt x="4035" y="477"/>
                    </a:lnTo>
                    <a:cubicBezTo>
                      <a:pt x="4136" y="402"/>
                      <a:pt x="4236" y="351"/>
                      <a:pt x="4361" y="351"/>
                    </a:cubicBezTo>
                    <a:cubicBezTo>
                      <a:pt x="4487" y="377"/>
                      <a:pt x="4587" y="427"/>
                      <a:pt x="4662" y="527"/>
                    </a:cubicBezTo>
                    <a:lnTo>
                      <a:pt x="4862" y="778"/>
                    </a:lnTo>
                    <a:cubicBezTo>
                      <a:pt x="4963" y="928"/>
                      <a:pt x="5138" y="1003"/>
                      <a:pt x="5314" y="1028"/>
                    </a:cubicBezTo>
                    <a:cubicBezTo>
                      <a:pt x="5489" y="1028"/>
                      <a:pt x="5664" y="953"/>
                      <a:pt x="5790" y="828"/>
                    </a:cubicBezTo>
                    <a:lnTo>
                      <a:pt x="6291" y="301"/>
                    </a:lnTo>
                    <a:lnTo>
                      <a:pt x="6141" y="176"/>
                    </a:lnTo>
                    <a:lnTo>
                      <a:pt x="5639" y="702"/>
                    </a:lnTo>
                    <a:cubicBezTo>
                      <a:pt x="5564" y="803"/>
                      <a:pt x="5439" y="828"/>
                      <a:pt x="5314" y="828"/>
                    </a:cubicBezTo>
                    <a:cubicBezTo>
                      <a:pt x="5188" y="828"/>
                      <a:pt x="5088" y="778"/>
                      <a:pt x="5013" y="677"/>
                    </a:cubicBezTo>
                    <a:lnTo>
                      <a:pt x="4787" y="402"/>
                    </a:lnTo>
                    <a:cubicBezTo>
                      <a:pt x="4687" y="276"/>
                      <a:pt x="4537" y="201"/>
                      <a:pt x="4361" y="176"/>
                    </a:cubicBezTo>
                    <a:cubicBezTo>
                      <a:pt x="4211" y="176"/>
                      <a:pt x="4035" y="226"/>
                      <a:pt x="3910" y="326"/>
                    </a:cubicBezTo>
                    <a:lnTo>
                      <a:pt x="3509" y="702"/>
                    </a:lnTo>
                    <a:cubicBezTo>
                      <a:pt x="3427" y="764"/>
                      <a:pt x="3344" y="809"/>
                      <a:pt x="3262" y="809"/>
                    </a:cubicBezTo>
                    <a:cubicBezTo>
                      <a:pt x="3244" y="809"/>
                      <a:pt x="3226" y="807"/>
                      <a:pt x="3208" y="803"/>
                    </a:cubicBezTo>
                    <a:cubicBezTo>
                      <a:pt x="3083" y="803"/>
                      <a:pt x="2983" y="752"/>
                      <a:pt x="2908" y="677"/>
                    </a:cubicBezTo>
                    <a:lnTo>
                      <a:pt x="2557" y="276"/>
                    </a:lnTo>
                    <a:cubicBezTo>
                      <a:pt x="2456" y="151"/>
                      <a:pt x="2306" y="76"/>
                      <a:pt x="2156" y="76"/>
                    </a:cubicBezTo>
                    <a:cubicBezTo>
                      <a:pt x="2126" y="72"/>
                      <a:pt x="2098" y="69"/>
                      <a:pt x="2070" y="69"/>
                    </a:cubicBezTo>
                    <a:cubicBezTo>
                      <a:pt x="1931" y="69"/>
                      <a:pt x="1809" y="122"/>
                      <a:pt x="1705" y="226"/>
                    </a:cubicBezTo>
                    <a:lnTo>
                      <a:pt x="1228" y="627"/>
                    </a:lnTo>
                    <a:cubicBezTo>
                      <a:pt x="1151" y="694"/>
                      <a:pt x="1058" y="726"/>
                      <a:pt x="966" y="726"/>
                    </a:cubicBezTo>
                    <a:cubicBezTo>
                      <a:pt x="851" y="726"/>
                      <a:pt x="736" y="675"/>
                      <a:pt x="652" y="577"/>
                    </a:cubicBezTo>
                    <a:lnTo>
                      <a:pt x="1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-7" y="167200"/>
              <a:ext cx="1266969" cy="226224"/>
              <a:chOff x="-7" y="167200"/>
              <a:chExt cx="1266969" cy="226224"/>
            </a:xfrm>
          </p:grpSpPr>
          <p:sp>
            <p:nvSpPr>
              <p:cNvPr id="61" name="Google Shape;61;p2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rect b="b" l="l" r="r" t="t"/>
                <a:pathLst>
                  <a:path extrusionOk="0" h="251" w="6317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rect b="b" l="l" r="r" t="t"/>
                <a:pathLst>
                  <a:path extrusionOk="0" h="276" w="3485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3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65" name="Google Shape;65;p3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66" name="Google Shape;66;p3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67" name="Google Shape;67;p3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8" name="Google Shape;68;p3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9" name="Google Shape;69;p3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0" name="Google Shape;70;p3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1" name="Google Shape;71;p3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72" name="Google Shape;72;p3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3" name="Google Shape;73;p3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4" name="Google Shape;74;p3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" name="Google Shape;75;p3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6" name="Google Shape;76;p3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77" name="Google Shape;77;p3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" name="Google Shape;78;p3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9" name="Google Shape;79;p3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80" name="Google Shape;80;p3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81" name="Google Shape;81;p3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82" name="Google Shape;82;p3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83" name="Google Shape;83;p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4" name="Google Shape;84;p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5" name="Google Shape;85;p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6" name="Google Shape;86;p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7" name="Google Shape;87;p3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88" name="Google Shape;88;p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9" name="Google Shape;89;p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0" name="Google Shape;90;p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1" name="Google Shape;91;p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92" name="Google Shape;92;p3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93" name="Google Shape;93;p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4" name="Google Shape;94;p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5" name="Google Shape;95;p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96" name="Google Shape;96;p3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97" name="Google Shape;97;p3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98" name="Google Shape;98;p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9" name="Google Shape;99;p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00" name="Google Shape;100;p3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01" name="Google Shape;101;p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2" name="Google Shape;102;p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3" name="Google Shape;103;p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4" name="Google Shape;104;p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05" name="Google Shape;105;p3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06" name="Google Shape;106;p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7" name="Google Shape;107;p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8" name="Google Shape;108;p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grpSp>
        <p:nvGrpSpPr>
          <p:cNvPr id="109" name="Google Shape;109;p3"/>
          <p:cNvGrpSpPr/>
          <p:nvPr/>
        </p:nvGrpSpPr>
        <p:grpSpPr>
          <a:xfrm>
            <a:off x="-7" y="167200"/>
            <a:ext cx="8952587" cy="4867172"/>
            <a:chOff x="-7" y="167200"/>
            <a:chExt cx="8952587" cy="4867172"/>
          </a:xfrm>
        </p:grpSpPr>
        <p:grpSp>
          <p:nvGrpSpPr>
            <p:cNvPr id="110" name="Google Shape;110;p3"/>
            <p:cNvGrpSpPr/>
            <p:nvPr/>
          </p:nvGrpSpPr>
          <p:grpSpPr>
            <a:xfrm>
              <a:off x="297807" y="4643609"/>
              <a:ext cx="8654773" cy="390763"/>
              <a:chOff x="297807" y="4643609"/>
              <a:chExt cx="8654773" cy="390763"/>
            </a:xfrm>
          </p:grpSpPr>
          <p:sp>
            <p:nvSpPr>
              <p:cNvPr id="111" name="Google Shape;111;p3"/>
              <p:cNvSpPr/>
              <p:nvPr/>
            </p:nvSpPr>
            <p:spPr>
              <a:xfrm>
                <a:off x="8561631" y="4643609"/>
                <a:ext cx="390949" cy="390763"/>
              </a:xfrm>
              <a:custGeom>
                <a:rect b="b" l="l" r="r" t="t"/>
                <a:pathLst>
                  <a:path extrusionOk="0" h="2106" w="2107">
                    <a:moveTo>
                      <a:pt x="1053" y="426"/>
                    </a:moveTo>
                    <a:cubicBezTo>
                      <a:pt x="1404" y="426"/>
                      <a:pt x="1680" y="702"/>
                      <a:pt x="1680" y="1053"/>
                    </a:cubicBezTo>
                    <a:cubicBezTo>
                      <a:pt x="1680" y="1404"/>
                      <a:pt x="1404" y="1704"/>
                      <a:pt x="1053" y="1704"/>
                    </a:cubicBezTo>
                    <a:cubicBezTo>
                      <a:pt x="703" y="1704"/>
                      <a:pt x="427" y="1404"/>
                      <a:pt x="427" y="1053"/>
                    </a:cubicBezTo>
                    <a:cubicBezTo>
                      <a:pt x="427" y="702"/>
                      <a:pt x="703" y="426"/>
                      <a:pt x="1053" y="426"/>
                    </a:cubicBezTo>
                    <a:close/>
                    <a:moveTo>
                      <a:pt x="1053" y="0"/>
                    </a:moveTo>
                    <a:cubicBezTo>
                      <a:pt x="477" y="0"/>
                      <a:pt x="1" y="476"/>
                      <a:pt x="1" y="1053"/>
                    </a:cubicBezTo>
                    <a:cubicBezTo>
                      <a:pt x="1" y="1629"/>
                      <a:pt x="477" y="2105"/>
                      <a:pt x="1053" y="2105"/>
                    </a:cubicBezTo>
                    <a:cubicBezTo>
                      <a:pt x="1630" y="2105"/>
                      <a:pt x="2106" y="1629"/>
                      <a:pt x="2106" y="1053"/>
                    </a:cubicBezTo>
                    <a:cubicBezTo>
                      <a:pt x="2106" y="476"/>
                      <a:pt x="1630" y="0"/>
                      <a:pt x="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3"/>
              <p:cNvSpPr/>
              <p:nvPr/>
            </p:nvSpPr>
            <p:spPr>
              <a:xfrm>
                <a:off x="297807" y="4820393"/>
                <a:ext cx="1074296" cy="175676"/>
              </a:xfrm>
              <a:custGeom>
                <a:rect b="b" l="l" r="r" t="t"/>
                <a:pathLst>
                  <a:path extrusionOk="0" h="1029" w="6292">
                    <a:moveTo>
                      <a:pt x="126" y="1"/>
                    </a:moveTo>
                    <a:lnTo>
                      <a:pt x="0" y="126"/>
                    </a:lnTo>
                    <a:lnTo>
                      <a:pt x="502" y="702"/>
                    </a:lnTo>
                    <a:cubicBezTo>
                      <a:pt x="627" y="842"/>
                      <a:pt x="799" y="911"/>
                      <a:pt x="969" y="911"/>
                    </a:cubicBezTo>
                    <a:cubicBezTo>
                      <a:pt x="1106" y="911"/>
                      <a:pt x="1242" y="867"/>
                      <a:pt x="1354" y="778"/>
                    </a:cubicBezTo>
                    <a:lnTo>
                      <a:pt x="1830" y="351"/>
                    </a:lnTo>
                    <a:cubicBezTo>
                      <a:pt x="1905" y="276"/>
                      <a:pt x="2030" y="251"/>
                      <a:pt x="2131" y="251"/>
                    </a:cubicBezTo>
                    <a:cubicBezTo>
                      <a:pt x="2256" y="251"/>
                      <a:pt x="2356" y="301"/>
                      <a:pt x="2431" y="402"/>
                    </a:cubicBezTo>
                    <a:lnTo>
                      <a:pt x="2757" y="778"/>
                    </a:lnTo>
                    <a:cubicBezTo>
                      <a:pt x="2882" y="903"/>
                      <a:pt x="3033" y="978"/>
                      <a:pt x="3183" y="1003"/>
                    </a:cubicBezTo>
                    <a:cubicBezTo>
                      <a:pt x="3359" y="1003"/>
                      <a:pt x="3509" y="953"/>
                      <a:pt x="3634" y="828"/>
                    </a:cubicBezTo>
                    <a:lnTo>
                      <a:pt x="4035" y="477"/>
                    </a:lnTo>
                    <a:cubicBezTo>
                      <a:pt x="4136" y="402"/>
                      <a:pt x="4236" y="351"/>
                      <a:pt x="4361" y="351"/>
                    </a:cubicBezTo>
                    <a:cubicBezTo>
                      <a:pt x="4487" y="377"/>
                      <a:pt x="4587" y="427"/>
                      <a:pt x="4662" y="527"/>
                    </a:cubicBezTo>
                    <a:lnTo>
                      <a:pt x="4862" y="778"/>
                    </a:lnTo>
                    <a:cubicBezTo>
                      <a:pt x="4963" y="928"/>
                      <a:pt x="5138" y="1003"/>
                      <a:pt x="5314" y="1028"/>
                    </a:cubicBezTo>
                    <a:cubicBezTo>
                      <a:pt x="5489" y="1028"/>
                      <a:pt x="5664" y="953"/>
                      <a:pt x="5790" y="828"/>
                    </a:cubicBezTo>
                    <a:lnTo>
                      <a:pt x="6291" y="301"/>
                    </a:lnTo>
                    <a:lnTo>
                      <a:pt x="6141" y="176"/>
                    </a:lnTo>
                    <a:lnTo>
                      <a:pt x="5639" y="702"/>
                    </a:lnTo>
                    <a:cubicBezTo>
                      <a:pt x="5564" y="803"/>
                      <a:pt x="5439" y="828"/>
                      <a:pt x="5314" y="828"/>
                    </a:cubicBezTo>
                    <a:cubicBezTo>
                      <a:pt x="5188" y="828"/>
                      <a:pt x="5088" y="778"/>
                      <a:pt x="5013" y="677"/>
                    </a:cubicBezTo>
                    <a:lnTo>
                      <a:pt x="4787" y="402"/>
                    </a:lnTo>
                    <a:cubicBezTo>
                      <a:pt x="4687" y="276"/>
                      <a:pt x="4537" y="201"/>
                      <a:pt x="4361" y="176"/>
                    </a:cubicBezTo>
                    <a:cubicBezTo>
                      <a:pt x="4211" y="176"/>
                      <a:pt x="4035" y="226"/>
                      <a:pt x="3910" y="326"/>
                    </a:cubicBezTo>
                    <a:lnTo>
                      <a:pt x="3509" y="702"/>
                    </a:lnTo>
                    <a:cubicBezTo>
                      <a:pt x="3427" y="764"/>
                      <a:pt x="3344" y="809"/>
                      <a:pt x="3262" y="809"/>
                    </a:cubicBezTo>
                    <a:cubicBezTo>
                      <a:pt x="3244" y="809"/>
                      <a:pt x="3226" y="807"/>
                      <a:pt x="3208" y="803"/>
                    </a:cubicBezTo>
                    <a:cubicBezTo>
                      <a:pt x="3083" y="803"/>
                      <a:pt x="2983" y="752"/>
                      <a:pt x="2908" y="677"/>
                    </a:cubicBezTo>
                    <a:lnTo>
                      <a:pt x="2557" y="276"/>
                    </a:lnTo>
                    <a:cubicBezTo>
                      <a:pt x="2456" y="151"/>
                      <a:pt x="2306" y="76"/>
                      <a:pt x="2156" y="76"/>
                    </a:cubicBezTo>
                    <a:cubicBezTo>
                      <a:pt x="2126" y="72"/>
                      <a:pt x="2098" y="69"/>
                      <a:pt x="2070" y="69"/>
                    </a:cubicBezTo>
                    <a:cubicBezTo>
                      <a:pt x="1931" y="69"/>
                      <a:pt x="1809" y="122"/>
                      <a:pt x="1705" y="226"/>
                    </a:cubicBezTo>
                    <a:lnTo>
                      <a:pt x="1228" y="627"/>
                    </a:lnTo>
                    <a:cubicBezTo>
                      <a:pt x="1151" y="694"/>
                      <a:pt x="1058" y="726"/>
                      <a:pt x="966" y="726"/>
                    </a:cubicBezTo>
                    <a:cubicBezTo>
                      <a:pt x="851" y="726"/>
                      <a:pt x="736" y="675"/>
                      <a:pt x="652" y="577"/>
                    </a:cubicBezTo>
                    <a:lnTo>
                      <a:pt x="1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" name="Google Shape;113;p3"/>
            <p:cNvGrpSpPr/>
            <p:nvPr/>
          </p:nvGrpSpPr>
          <p:grpSpPr>
            <a:xfrm>
              <a:off x="-7" y="167200"/>
              <a:ext cx="1266969" cy="226224"/>
              <a:chOff x="-7" y="167200"/>
              <a:chExt cx="1266969" cy="226224"/>
            </a:xfrm>
          </p:grpSpPr>
          <p:sp>
            <p:nvSpPr>
              <p:cNvPr id="114" name="Google Shape;114;p3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rect b="b" l="l" r="r" t="t"/>
                <a:pathLst>
                  <a:path extrusionOk="0" h="251" w="6317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3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rect b="b" l="l" r="r" t="t"/>
                <a:pathLst>
                  <a:path extrusionOk="0" h="276" w="3485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6" name="Google Shape;116;p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7" name="Google Shape;117;p3"/>
          <p:cNvSpPr txBox="1"/>
          <p:nvPr>
            <p:ph idx="1" type="subTitle"/>
          </p:nvPr>
        </p:nvSpPr>
        <p:spPr>
          <a:xfrm>
            <a:off x="1108627" y="2247550"/>
            <a:ext cx="1986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"/>
          <p:cNvSpPr txBox="1"/>
          <p:nvPr>
            <p:ph idx="2" type="subTitle"/>
          </p:nvPr>
        </p:nvSpPr>
        <p:spPr>
          <a:xfrm>
            <a:off x="3579000" y="2247550"/>
            <a:ext cx="1986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"/>
          <p:cNvSpPr txBox="1"/>
          <p:nvPr>
            <p:ph idx="3" type="subTitle"/>
          </p:nvPr>
        </p:nvSpPr>
        <p:spPr>
          <a:xfrm>
            <a:off x="1108627" y="3968600"/>
            <a:ext cx="1986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"/>
          <p:cNvSpPr txBox="1"/>
          <p:nvPr>
            <p:ph idx="4" type="subTitle"/>
          </p:nvPr>
        </p:nvSpPr>
        <p:spPr>
          <a:xfrm>
            <a:off x="3579000" y="3968600"/>
            <a:ext cx="1986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"/>
          <p:cNvSpPr txBox="1"/>
          <p:nvPr>
            <p:ph idx="5" type="subTitle"/>
          </p:nvPr>
        </p:nvSpPr>
        <p:spPr>
          <a:xfrm>
            <a:off x="6049373" y="2247550"/>
            <a:ext cx="1986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"/>
          <p:cNvSpPr txBox="1"/>
          <p:nvPr>
            <p:ph idx="6" type="subTitle"/>
          </p:nvPr>
        </p:nvSpPr>
        <p:spPr>
          <a:xfrm>
            <a:off x="6049373" y="3968600"/>
            <a:ext cx="1986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"/>
          <p:cNvSpPr txBox="1"/>
          <p:nvPr>
            <p:ph idx="7" type="subTitle"/>
          </p:nvPr>
        </p:nvSpPr>
        <p:spPr>
          <a:xfrm>
            <a:off x="1109527" y="1903150"/>
            <a:ext cx="19842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24" name="Google Shape;124;p3"/>
          <p:cNvSpPr txBox="1"/>
          <p:nvPr>
            <p:ph idx="8" type="subTitle"/>
          </p:nvPr>
        </p:nvSpPr>
        <p:spPr>
          <a:xfrm>
            <a:off x="3579900" y="1903150"/>
            <a:ext cx="19842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25" name="Google Shape;125;p3"/>
          <p:cNvSpPr txBox="1"/>
          <p:nvPr>
            <p:ph idx="9" type="subTitle"/>
          </p:nvPr>
        </p:nvSpPr>
        <p:spPr>
          <a:xfrm>
            <a:off x="6050273" y="1903150"/>
            <a:ext cx="19842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26" name="Google Shape;126;p3"/>
          <p:cNvSpPr txBox="1"/>
          <p:nvPr>
            <p:ph idx="13" type="subTitle"/>
          </p:nvPr>
        </p:nvSpPr>
        <p:spPr>
          <a:xfrm>
            <a:off x="1109527" y="3624200"/>
            <a:ext cx="19842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27" name="Google Shape;127;p3"/>
          <p:cNvSpPr txBox="1"/>
          <p:nvPr>
            <p:ph idx="14" type="subTitle"/>
          </p:nvPr>
        </p:nvSpPr>
        <p:spPr>
          <a:xfrm>
            <a:off x="3579900" y="3624200"/>
            <a:ext cx="19842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28" name="Google Shape;128;p3"/>
          <p:cNvSpPr txBox="1"/>
          <p:nvPr>
            <p:ph idx="15" type="subTitle"/>
          </p:nvPr>
        </p:nvSpPr>
        <p:spPr>
          <a:xfrm>
            <a:off x="6050273" y="3624200"/>
            <a:ext cx="19842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4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131" name="Google Shape;131;p4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132" name="Google Shape;132;p4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33" name="Google Shape;133;p4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4" name="Google Shape;134;p4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5" name="Google Shape;135;p4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6" name="Google Shape;136;p4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37" name="Google Shape;137;p4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38" name="Google Shape;138;p4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9" name="Google Shape;139;p4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0" name="Google Shape;140;p4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1" name="Google Shape;141;p4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42" name="Google Shape;142;p4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143" name="Google Shape;143;p4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4" name="Google Shape;144;p4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5" name="Google Shape;145;p4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46" name="Google Shape;146;p4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147" name="Google Shape;147;p4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148" name="Google Shape;148;p4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49" name="Google Shape;149;p4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50" name="Google Shape;150;p4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51" name="Google Shape;151;p4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52" name="Google Shape;152;p4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53" name="Google Shape;153;p4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54" name="Google Shape;154;p4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55" name="Google Shape;155;p4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56" name="Google Shape;156;p4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57" name="Google Shape;157;p4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58" name="Google Shape;158;p4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59" name="Google Shape;159;p4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60" name="Google Shape;160;p4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61" name="Google Shape;161;p4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162" name="Google Shape;162;p4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163" name="Google Shape;163;p4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164" name="Google Shape;164;p4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65" name="Google Shape;165;p4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66" name="Google Shape;166;p4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67" name="Google Shape;167;p4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68" name="Google Shape;168;p4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69" name="Google Shape;169;p4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0" name="Google Shape;170;p4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71" name="Google Shape;171;p4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72" name="Google Shape;172;p4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3" name="Google Shape;173;p4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74" name="Google Shape;174;p4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sp>
        <p:nvSpPr>
          <p:cNvPr id="175" name="Google Shape;175;p4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6" name="Google Shape;176;p4"/>
          <p:cNvSpPr txBox="1"/>
          <p:nvPr>
            <p:ph idx="1" type="subTitle"/>
          </p:nvPr>
        </p:nvSpPr>
        <p:spPr>
          <a:xfrm>
            <a:off x="720000" y="1700300"/>
            <a:ext cx="3916800" cy="22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77" name="Google Shape;177;p4"/>
          <p:cNvGrpSpPr/>
          <p:nvPr/>
        </p:nvGrpSpPr>
        <p:grpSpPr>
          <a:xfrm>
            <a:off x="-7" y="167200"/>
            <a:ext cx="8952587" cy="4867172"/>
            <a:chOff x="-7" y="167200"/>
            <a:chExt cx="8952587" cy="4867172"/>
          </a:xfrm>
        </p:grpSpPr>
        <p:grpSp>
          <p:nvGrpSpPr>
            <p:cNvPr id="178" name="Google Shape;178;p4"/>
            <p:cNvGrpSpPr/>
            <p:nvPr/>
          </p:nvGrpSpPr>
          <p:grpSpPr>
            <a:xfrm>
              <a:off x="-7" y="167200"/>
              <a:ext cx="1266969" cy="226224"/>
              <a:chOff x="-7" y="167200"/>
              <a:chExt cx="1266969" cy="226224"/>
            </a:xfrm>
          </p:grpSpPr>
          <p:sp>
            <p:nvSpPr>
              <p:cNvPr id="179" name="Google Shape;179;p4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rect b="b" l="l" r="r" t="t"/>
                <a:pathLst>
                  <a:path extrusionOk="0" h="251" w="6317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rect b="b" l="l" r="r" t="t"/>
                <a:pathLst>
                  <a:path extrusionOk="0" h="276" w="3485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1" name="Google Shape;181;p4"/>
            <p:cNvGrpSpPr/>
            <p:nvPr/>
          </p:nvGrpSpPr>
          <p:grpSpPr>
            <a:xfrm>
              <a:off x="7519182" y="4467918"/>
              <a:ext cx="1433398" cy="566454"/>
              <a:chOff x="7519182" y="4467918"/>
              <a:chExt cx="1433398" cy="566454"/>
            </a:xfrm>
          </p:grpSpPr>
          <p:sp>
            <p:nvSpPr>
              <p:cNvPr id="182" name="Google Shape;182;p4"/>
              <p:cNvSpPr/>
              <p:nvPr/>
            </p:nvSpPr>
            <p:spPr>
              <a:xfrm>
                <a:off x="8561631" y="4643609"/>
                <a:ext cx="390949" cy="390763"/>
              </a:xfrm>
              <a:custGeom>
                <a:rect b="b" l="l" r="r" t="t"/>
                <a:pathLst>
                  <a:path extrusionOk="0" h="2106" w="2107">
                    <a:moveTo>
                      <a:pt x="1053" y="426"/>
                    </a:moveTo>
                    <a:cubicBezTo>
                      <a:pt x="1404" y="426"/>
                      <a:pt x="1680" y="702"/>
                      <a:pt x="1680" y="1053"/>
                    </a:cubicBezTo>
                    <a:cubicBezTo>
                      <a:pt x="1680" y="1404"/>
                      <a:pt x="1404" y="1704"/>
                      <a:pt x="1053" y="1704"/>
                    </a:cubicBezTo>
                    <a:cubicBezTo>
                      <a:pt x="703" y="1704"/>
                      <a:pt x="427" y="1404"/>
                      <a:pt x="427" y="1053"/>
                    </a:cubicBezTo>
                    <a:cubicBezTo>
                      <a:pt x="427" y="702"/>
                      <a:pt x="703" y="426"/>
                      <a:pt x="1053" y="426"/>
                    </a:cubicBezTo>
                    <a:close/>
                    <a:moveTo>
                      <a:pt x="1053" y="0"/>
                    </a:moveTo>
                    <a:cubicBezTo>
                      <a:pt x="477" y="0"/>
                      <a:pt x="1" y="476"/>
                      <a:pt x="1" y="1053"/>
                    </a:cubicBezTo>
                    <a:cubicBezTo>
                      <a:pt x="1" y="1629"/>
                      <a:pt x="477" y="2105"/>
                      <a:pt x="1053" y="2105"/>
                    </a:cubicBezTo>
                    <a:cubicBezTo>
                      <a:pt x="1630" y="2105"/>
                      <a:pt x="2106" y="1629"/>
                      <a:pt x="2106" y="1053"/>
                    </a:cubicBezTo>
                    <a:cubicBezTo>
                      <a:pt x="2106" y="476"/>
                      <a:pt x="1630" y="0"/>
                      <a:pt x="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4"/>
              <p:cNvSpPr/>
              <p:nvPr/>
            </p:nvSpPr>
            <p:spPr>
              <a:xfrm>
                <a:off x="7519182" y="4467918"/>
                <a:ext cx="1074296" cy="175676"/>
              </a:xfrm>
              <a:custGeom>
                <a:rect b="b" l="l" r="r" t="t"/>
                <a:pathLst>
                  <a:path extrusionOk="0" h="1029" w="6292">
                    <a:moveTo>
                      <a:pt x="126" y="1"/>
                    </a:moveTo>
                    <a:lnTo>
                      <a:pt x="0" y="126"/>
                    </a:lnTo>
                    <a:lnTo>
                      <a:pt x="502" y="702"/>
                    </a:lnTo>
                    <a:cubicBezTo>
                      <a:pt x="627" y="842"/>
                      <a:pt x="799" y="911"/>
                      <a:pt x="969" y="911"/>
                    </a:cubicBezTo>
                    <a:cubicBezTo>
                      <a:pt x="1106" y="911"/>
                      <a:pt x="1242" y="867"/>
                      <a:pt x="1354" y="778"/>
                    </a:cubicBezTo>
                    <a:lnTo>
                      <a:pt x="1830" y="351"/>
                    </a:lnTo>
                    <a:cubicBezTo>
                      <a:pt x="1905" y="276"/>
                      <a:pt x="2030" y="251"/>
                      <a:pt x="2131" y="251"/>
                    </a:cubicBezTo>
                    <a:cubicBezTo>
                      <a:pt x="2256" y="251"/>
                      <a:pt x="2356" y="301"/>
                      <a:pt x="2431" y="402"/>
                    </a:cubicBezTo>
                    <a:lnTo>
                      <a:pt x="2757" y="778"/>
                    </a:lnTo>
                    <a:cubicBezTo>
                      <a:pt x="2882" y="903"/>
                      <a:pt x="3033" y="978"/>
                      <a:pt x="3183" y="1003"/>
                    </a:cubicBezTo>
                    <a:cubicBezTo>
                      <a:pt x="3359" y="1003"/>
                      <a:pt x="3509" y="953"/>
                      <a:pt x="3634" y="828"/>
                    </a:cubicBezTo>
                    <a:lnTo>
                      <a:pt x="4035" y="477"/>
                    </a:lnTo>
                    <a:cubicBezTo>
                      <a:pt x="4136" y="402"/>
                      <a:pt x="4236" y="351"/>
                      <a:pt x="4361" y="351"/>
                    </a:cubicBezTo>
                    <a:cubicBezTo>
                      <a:pt x="4487" y="377"/>
                      <a:pt x="4587" y="427"/>
                      <a:pt x="4662" y="527"/>
                    </a:cubicBezTo>
                    <a:lnTo>
                      <a:pt x="4862" y="778"/>
                    </a:lnTo>
                    <a:cubicBezTo>
                      <a:pt x="4963" y="928"/>
                      <a:pt x="5138" y="1003"/>
                      <a:pt x="5314" y="1028"/>
                    </a:cubicBezTo>
                    <a:cubicBezTo>
                      <a:pt x="5489" y="1028"/>
                      <a:pt x="5664" y="953"/>
                      <a:pt x="5790" y="828"/>
                    </a:cubicBezTo>
                    <a:lnTo>
                      <a:pt x="6291" y="301"/>
                    </a:lnTo>
                    <a:lnTo>
                      <a:pt x="6141" y="176"/>
                    </a:lnTo>
                    <a:lnTo>
                      <a:pt x="5639" y="702"/>
                    </a:lnTo>
                    <a:cubicBezTo>
                      <a:pt x="5564" y="803"/>
                      <a:pt x="5439" y="828"/>
                      <a:pt x="5314" y="828"/>
                    </a:cubicBezTo>
                    <a:cubicBezTo>
                      <a:pt x="5188" y="828"/>
                      <a:pt x="5088" y="778"/>
                      <a:pt x="5013" y="677"/>
                    </a:cubicBezTo>
                    <a:lnTo>
                      <a:pt x="4787" y="402"/>
                    </a:lnTo>
                    <a:cubicBezTo>
                      <a:pt x="4687" y="276"/>
                      <a:pt x="4537" y="201"/>
                      <a:pt x="4361" y="176"/>
                    </a:cubicBezTo>
                    <a:cubicBezTo>
                      <a:pt x="4211" y="176"/>
                      <a:pt x="4035" y="226"/>
                      <a:pt x="3910" y="326"/>
                    </a:cubicBezTo>
                    <a:lnTo>
                      <a:pt x="3509" y="702"/>
                    </a:lnTo>
                    <a:cubicBezTo>
                      <a:pt x="3427" y="764"/>
                      <a:pt x="3344" y="809"/>
                      <a:pt x="3262" y="809"/>
                    </a:cubicBezTo>
                    <a:cubicBezTo>
                      <a:pt x="3244" y="809"/>
                      <a:pt x="3226" y="807"/>
                      <a:pt x="3208" y="803"/>
                    </a:cubicBezTo>
                    <a:cubicBezTo>
                      <a:pt x="3083" y="803"/>
                      <a:pt x="2983" y="752"/>
                      <a:pt x="2908" y="677"/>
                    </a:cubicBezTo>
                    <a:lnTo>
                      <a:pt x="2557" y="276"/>
                    </a:lnTo>
                    <a:cubicBezTo>
                      <a:pt x="2456" y="151"/>
                      <a:pt x="2306" y="76"/>
                      <a:pt x="2156" y="76"/>
                    </a:cubicBezTo>
                    <a:cubicBezTo>
                      <a:pt x="2126" y="72"/>
                      <a:pt x="2098" y="69"/>
                      <a:pt x="2070" y="69"/>
                    </a:cubicBezTo>
                    <a:cubicBezTo>
                      <a:pt x="1931" y="69"/>
                      <a:pt x="1809" y="122"/>
                      <a:pt x="1705" y="226"/>
                    </a:cubicBezTo>
                    <a:lnTo>
                      <a:pt x="1228" y="627"/>
                    </a:lnTo>
                    <a:cubicBezTo>
                      <a:pt x="1151" y="694"/>
                      <a:pt x="1058" y="726"/>
                      <a:pt x="966" y="726"/>
                    </a:cubicBezTo>
                    <a:cubicBezTo>
                      <a:pt x="851" y="726"/>
                      <a:pt x="736" y="675"/>
                      <a:pt x="652" y="577"/>
                    </a:cubicBezTo>
                    <a:lnTo>
                      <a:pt x="1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5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186" name="Google Shape;186;p5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187" name="Google Shape;187;p5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88" name="Google Shape;188;p5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9" name="Google Shape;189;p5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0" name="Google Shape;190;p5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1" name="Google Shape;191;p5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93" name="Google Shape;193;p5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4" name="Google Shape;194;p5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5" name="Google Shape;195;p5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6" name="Google Shape;196;p5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97" name="Google Shape;197;p5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198" name="Google Shape;198;p5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9" name="Google Shape;199;p5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0" name="Google Shape;200;p5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201" name="Google Shape;201;p5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202" name="Google Shape;202;p5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203" name="Google Shape;203;p5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204" name="Google Shape;204;p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5" name="Google Shape;205;p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6" name="Google Shape;206;p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7" name="Google Shape;207;p5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208" name="Google Shape;208;p5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209" name="Google Shape;209;p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0" name="Google Shape;210;p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1" name="Google Shape;211;p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2" name="Google Shape;212;p5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213" name="Google Shape;213;p5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214" name="Google Shape;214;p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5" name="Google Shape;215;p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6" name="Google Shape;216;p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217" name="Google Shape;217;p5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218" name="Google Shape;218;p5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219" name="Google Shape;219;p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0" name="Google Shape;220;p5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222" name="Google Shape;222;p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3" name="Google Shape;223;p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4" name="Google Shape;224;p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5" name="Google Shape;225;p5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226" name="Google Shape;226;p5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227" name="Google Shape;227;p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8" name="Google Shape;228;p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9" name="Google Shape;229;p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grpSp>
        <p:nvGrpSpPr>
          <p:cNvPr id="230" name="Google Shape;230;p5"/>
          <p:cNvGrpSpPr/>
          <p:nvPr/>
        </p:nvGrpSpPr>
        <p:grpSpPr>
          <a:xfrm>
            <a:off x="-7" y="167200"/>
            <a:ext cx="8952587" cy="4867172"/>
            <a:chOff x="-7" y="167200"/>
            <a:chExt cx="8952587" cy="4867172"/>
          </a:xfrm>
        </p:grpSpPr>
        <p:grpSp>
          <p:nvGrpSpPr>
            <p:cNvPr id="231" name="Google Shape;231;p5"/>
            <p:cNvGrpSpPr/>
            <p:nvPr/>
          </p:nvGrpSpPr>
          <p:grpSpPr>
            <a:xfrm>
              <a:off x="-7" y="167200"/>
              <a:ext cx="1266969" cy="226224"/>
              <a:chOff x="-7" y="167200"/>
              <a:chExt cx="1266969" cy="226224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rect b="b" l="l" r="r" t="t"/>
                <a:pathLst>
                  <a:path extrusionOk="0" h="251" w="6317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rect b="b" l="l" r="r" t="t"/>
                <a:pathLst>
                  <a:path extrusionOk="0" h="276" w="3485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5"/>
            <p:cNvGrpSpPr/>
            <p:nvPr/>
          </p:nvGrpSpPr>
          <p:grpSpPr>
            <a:xfrm>
              <a:off x="7519182" y="4467918"/>
              <a:ext cx="1433398" cy="566454"/>
              <a:chOff x="7519182" y="4467918"/>
              <a:chExt cx="1433398" cy="566454"/>
            </a:xfrm>
          </p:grpSpPr>
          <p:sp>
            <p:nvSpPr>
              <p:cNvPr id="235" name="Google Shape;235;p5"/>
              <p:cNvSpPr/>
              <p:nvPr/>
            </p:nvSpPr>
            <p:spPr>
              <a:xfrm>
                <a:off x="8561631" y="4643609"/>
                <a:ext cx="390949" cy="390763"/>
              </a:xfrm>
              <a:custGeom>
                <a:rect b="b" l="l" r="r" t="t"/>
                <a:pathLst>
                  <a:path extrusionOk="0" h="2106" w="2107">
                    <a:moveTo>
                      <a:pt x="1053" y="426"/>
                    </a:moveTo>
                    <a:cubicBezTo>
                      <a:pt x="1404" y="426"/>
                      <a:pt x="1680" y="702"/>
                      <a:pt x="1680" y="1053"/>
                    </a:cubicBezTo>
                    <a:cubicBezTo>
                      <a:pt x="1680" y="1404"/>
                      <a:pt x="1404" y="1704"/>
                      <a:pt x="1053" y="1704"/>
                    </a:cubicBezTo>
                    <a:cubicBezTo>
                      <a:pt x="703" y="1704"/>
                      <a:pt x="427" y="1404"/>
                      <a:pt x="427" y="1053"/>
                    </a:cubicBezTo>
                    <a:cubicBezTo>
                      <a:pt x="427" y="702"/>
                      <a:pt x="703" y="426"/>
                      <a:pt x="1053" y="426"/>
                    </a:cubicBezTo>
                    <a:close/>
                    <a:moveTo>
                      <a:pt x="1053" y="0"/>
                    </a:moveTo>
                    <a:cubicBezTo>
                      <a:pt x="477" y="0"/>
                      <a:pt x="1" y="476"/>
                      <a:pt x="1" y="1053"/>
                    </a:cubicBezTo>
                    <a:cubicBezTo>
                      <a:pt x="1" y="1629"/>
                      <a:pt x="477" y="2105"/>
                      <a:pt x="1053" y="2105"/>
                    </a:cubicBezTo>
                    <a:cubicBezTo>
                      <a:pt x="1630" y="2105"/>
                      <a:pt x="2106" y="1629"/>
                      <a:pt x="2106" y="1053"/>
                    </a:cubicBezTo>
                    <a:cubicBezTo>
                      <a:pt x="2106" y="476"/>
                      <a:pt x="1630" y="0"/>
                      <a:pt x="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5"/>
              <p:cNvSpPr/>
              <p:nvPr/>
            </p:nvSpPr>
            <p:spPr>
              <a:xfrm>
                <a:off x="7519182" y="4467918"/>
                <a:ext cx="1074296" cy="175676"/>
              </a:xfrm>
              <a:custGeom>
                <a:rect b="b" l="l" r="r" t="t"/>
                <a:pathLst>
                  <a:path extrusionOk="0" h="1029" w="6292">
                    <a:moveTo>
                      <a:pt x="126" y="1"/>
                    </a:moveTo>
                    <a:lnTo>
                      <a:pt x="0" y="126"/>
                    </a:lnTo>
                    <a:lnTo>
                      <a:pt x="502" y="702"/>
                    </a:lnTo>
                    <a:cubicBezTo>
                      <a:pt x="627" y="842"/>
                      <a:pt x="799" y="911"/>
                      <a:pt x="969" y="911"/>
                    </a:cubicBezTo>
                    <a:cubicBezTo>
                      <a:pt x="1106" y="911"/>
                      <a:pt x="1242" y="867"/>
                      <a:pt x="1354" y="778"/>
                    </a:cubicBezTo>
                    <a:lnTo>
                      <a:pt x="1830" y="351"/>
                    </a:lnTo>
                    <a:cubicBezTo>
                      <a:pt x="1905" y="276"/>
                      <a:pt x="2030" y="251"/>
                      <a:pt x="2131" y="251"/>
                    </a:cubicBezTo>
                    <a:cubicBezTo>
                      <a:pt x="2256" y="251"/>
                      <a:pt x="2356" y="301"/>
                      <a:pt x="2431" y="402"/>
                    </a:cubicBezTo>
                    <a:lnTo>
                      <a:pt x="2757" y="778"/>
                    </a:lnTo>
                    <a:cubicBezTo>
                      <a:pt x="2882" y="903"/>
                      <a:pt x="3033" y="978"/>
                      <a:pt x="3183" y="1003"/>
                    </a:cubicBezTo>
                    <a:cubicBezTo>
                      <a:pt x="3359" y="1003"/>
                      <a:pt x="3509" y="953"/>
                      <a:pt x="3634" y="828"/>
                    </a:cubicBezTo>
                    <a:lnTo>
                      <a:pt x="4035" y="477"/>
                    </a:lnTo>
                    <a:cubicBezTo>
                      <a:pt x="4136" y="402"/>
                      <a:pt x="4236" y="351"/>
                      <a:pt x="4361" y="351"/>
                    </a:cubicBezTo>
                    <a:cubicBezTo>
                      <a:pt x="4487" y="377"/>
                      <a:pt x="4587" y="427"/>
                      <a:pt x="4662" y="527"/>
                    </a:cubicBezTo>
                    <a:lnTo>
                      <a:pt x="4862" y="778"/>
                    </a:lnTo>
                    <a:cubicBezTo>
                      <a:pt x="4963" y="928"/>
                      <a:pt x="5138" y="1003"/>
                      <a:pt x="5314" y="1028"/>
                    </a:cubicBezTo>
                    <a:cubicBezTo>
                      <a:pt x="5489" y="1028"/>
                      <a:pt x="5664" y="953"/>
                      <a:pt x="5790" y="828"/>
                    </a:cubicBezTo>
                    <a:lnTo>
                      <a:pt x="6291" y="301"/>
                    </a:lnTo>
                    <a:lnTo>
                      <a:pt x="6141" y="176"/>
                    </a:lnTo>
                    <a:lnTo>
                      <a:pt x="5639" y="702"/>
                    </a:lnTo>
                    <a:cubicBezTo>
                      <a:pt x="5564" y="803"/>
                      <a:pt x="5439" y="828"/>
                      <a:pt x="5314" y="828"/>
                    </a:cubicBezTo>
                    <a:cubicBezTo>
                      <a:pt x="5188" y="828"/>
                      <a:pt x="5088" y="778"/>
                      <a:pt x="5013" y="677"/>
                    </a:cubicBezTo>
                    <a:lnTo>
                      <a:pt x="4787" y="402"/>
                    </a:lnTo>
                    <a:cubicBezTo>
                      <a:pt x="4687" y="276"/>
                      <a:pt x="4537" y="201"/>
                      <a:pt x="4361" y="176"/>
                    </a:cubicBezTo>
                    <a:cubicBezTo>
                      <a:pt x="4211" y="176"/>
                      <a:pt x="4035" y="226"/>
                      <a:pt x="3910" y="326"/>
                    </a:cubicBezTo>
                    <a:lnTo>
                      <a:pt x="3509" y="702"/>
                    </a:lnTo>
                    <a:cubicBezTo>
                      <a:pt x="3427" y="764"/>
                      <a:pt x="3344" y="809"/>
                      <a:pt x="3262" y="809"/>
                    </a:cubicBezTo>
                    <a:cubicBezTo>
                      <a:pt x="3244" y="809"/>
                      <a:pt x="3226" y="807"/>
                      <a:pt x="3208" y="803"/>
                    </a:cubicBezTo>
                    <a:cubicBezTo>
                      <a:pt x="3083" y="803"/>
                      <a:pt x="2983" y="752"/>
                      <a:pt x="2908" y="677"/>
                    </a:cubicBezTo>
                    <a:lnTo>
                      <a:pt x="2557" y="276"/>
                    </a:lnTo>
                    <a:cubicBezTo>
                      <a:pt x="2456" y="151"/>
                      <a:pt x="2306" y="76"/>
                      <a:pt x="2156" y="76"/>
                    </a:cubicBezTo>
                    <a:cubicBezTo>
                      <a:pt x="2126" y="72"/>
                      <a:pt x="2098" y="69"/>
                      <a:pt x="2070" y="69"/>
                    </a:cubicBezTo>
                    <a:cubicBezTo>
                      <a:pt x="1931" y="69"/>
                      <a:pt x="1809" y="122"/>
                      <a:pt x="1705" y="226"/>
                    </a:cubicBezTo>
                    <a:lnTo>
                      <a:pt x="1228" y="627"/>
                    </a:lnTo>
                    <a:cubicBezTo>
                      <a:pt x="1151" y="694"/>
                      <a:pt x="1058" y="726"/>
                      <a:pt x="966" y="726"/>
                    </a:cubicBezTo>
                    <a:cubicBezTo>
                      <a:pt x="851" y="726"/>
                      <a:pt x="736" y="675"/>
                      <a:pt x="652" y="577"/>
                    </a:cubicBezTo>
                    <a:lnTo>
                      <a:pt x="1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7" name="Google Shape;237;p5"/>
          <p:cNvSpPr txBox="1"/>
          <p:nvPr>
            <p:ph type="title"/>
          </p:nvPr>
        </p:nvSpPr>
        <p:spPr>
          <a:xfrm>
            <a:off x="901875" y="1621638"/>
            <a:ext cx="34962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8" name="Google Shape;238;p5"/>
          <p:cNvSpPr txBox="1"/>
          <p:nvPr>
            <p:ph idx="1" type="subTitle"/>
          </p:nvPr>
        </p:nvSpPr>
        <p:spPr>
          <a:xfrm>
            <a:off x="901875" y="2657562"/>
            <a:ext cx="3496200" cy="86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6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241" name="Google Shape;241;p6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242" name="Google Shape;242;p6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243" name="Google Shape;243;p6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4" name="Google Shape;244;p6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5" name="Google Shape;245;p6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6" name="Google Shape;246;p6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47" name="Google Shape;247;p6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248" name="Google Shape;248;p6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9" name="Google Shape;249;p6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0" name="Google Shape;250;p6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1" name="Google Shape;251;p6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52" name="Google Shape;252;p6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253" name="Google Shape;253;p6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4" name="Google Shape;254;p6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5" name="Google Shape;255;p6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256" name="Google Shape;256;p6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257" name="Google Shape;257;p6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258" name="Google Shape;258;p6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259" name="Google Shape;259;p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60" name="Google Shape;260;p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61" name="Google Shape;261;p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62" name="Google Shape;262;p6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263" name="Google Shape;263;p6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264" name="Google Shape;264;p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65" name="Google Shape;265;p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66" name="Google Shape;266;p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67" name="Google Shape;267;p6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268" name="Google Shape;268;p6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269" name="Google Shape;269;p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70" name="Google Shape;270;p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71" name="Google Shape;271;p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272" name="Google Shape;272;p6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273" name="Google Shape;273;p6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274" name="Google Shape;274;p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75" name="Google Shape;275;p6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276" name="Google Shape;276;p6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277" name="Google Shape;277;p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78" name="Google Shape;278;p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79" name="Google Shape;279;p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80" name="Google Shape;280;p6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281" name="Google Shape;281;p6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282" name="Google Shape;282;p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83" name="Google Shape;283;p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84" name="Google Shape;284;p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grpSp>
        <p:nvGrpSpPr>
          <p:cNvPr id="285" name="Google Shape;285;p6"/>
          <p:cNvGrpSpPr/>
          <p:nvPr/>
        </p:nvGrpSpPr>
        <p:grpSpPr>
          <a:xfrm>
            <a:off x="-7" y="167200"/>
            <a:ext cx="8952587" cy="4867172"/>
            <a:chOff x="-7" y="167200"/>
            <a:chExt cx="8952587" cy="4867172"/>
          </a:xfrm>
        </p:grpSpPr>
        <p:grpSp>
          <p:nvGrpSpPr>
            <p:cNvPr id="286" name="Google Shape;286;p6"/>
            <p:cNvGrpSpPr/>
            <p:nvPr/>
          </p:nvGrpSpPr>
          <p:grpSpPr>
            <a:xfrm>
              <a:off x="-7" y="167200"/>
              <a:ext cx="1266969" cy="226224"/>
              <a:chOff x="-7" y="167200"/>
              <a:chExt cx="1266969" cy="226224"/>
            </a:xfrm>
          </p:grpSpPr>
          <p:sp>
            <p:nvSpPr>
              <p:cNvPr id="287" name="Google Shape;287;p6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rect b="b" l="l" r="r" t="t"/>
                <a:pathLst>
                  <a:path extrusionOk="0" h="251" w="6317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rect b="b" l="l" r="r" t="t"/>
                <a:pathLst>
                  <a:path extrusionOk="0" h="276" w="3485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7519182" y="4467918"/>
              <a:ext cx="1433398" cy="566454"/>
              <a:chOff x="7519182" y="4467918"/>
              <a:chExt cx="1433398" cy="566454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8561631" y="4643609"/>
                <a:ext cx="390949" cy="390763"/>
              </a:xfrm>
              <a:custGeom>
                <a:rect b="b" l="l" r="r" t="t"/>
                <a:pathLst>
                  <a:path extrusionOk="0" h="2106" w="2107">
                    <a:moveTo>
                      <a:pt x="1053" y="426"/>
                    </a:moveTo>
                    <a:cubicBezTo>
                      <a:pt x="1404" y="426"/>
                      <a:pt x="1680" y="702"/>
                      <a:pt x="1680" y="1053"/>
                    </a:cubicBezTo>
                    <a:cubicBezTo>
                      <a:pt x="1680" y="1404"/>
                      <a:pt x="1404" y="1704"/>
                      <a:pt x="1053" y="1704"/>
                    </a:cubicBezTo>
                    <a:cubicBezTo>
                      <a:pt x="703" y="1704"/>
                      <a:pt x="427" y="1404"/>
                      <a:pt x="427" y="1053"/>
                    </a:cubicBezTo>
                    <a:cubicBezTo>
                      <a:pt x="427" y="702"/>
                      <a:pt x="703" y="426"/>
                      <a:pt x="1053" y="426"/>
                    </a:cubicBezTo>
                    <a:close/>
                    <a:moveTo>
                      <a:pt x="1053" y="0"/>
                    </a:moveTo>
                    <a:cubicBezTo>
                      <a:pt x="477" y="0"/>
                      <a:pt x="1" y="476"/>
                      <a:pt x="1" y="1053"/>
                    </a:cubicBezTo>
                    <a:cubicBezTo>
                      <a:pt x="1" y="1629"/>
                      <a:pt x="477" y="2105"/>
                      <a:pt x="1053" y="2105"/>
                    </a:cubicBezTo>
                    <a:cubicBezTo>
                      <a:pt x="1630" y="2105"/>
                      <a:pt x="2106" y="1629"/>
                      <a:pt x="2106" y="1053"/>
                    </a:cubicBezTo>
                    <a:cubicBezTo>
                      <a:pt x="2106" y="476"/>
                      <a:pt x="1630" y="0"/>
                      <a:pt x="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7519182" y="4467918"/>
                <a:ext cx="1074296" cy="175676"/>
              </a:xfrm>
              <a:custGeom>
                <a:rect b="b" l="l" r="r" t="t"/>
                <a:pathLst>
                  <a:path extrusionOk="0" h="1029" w="6292">
                    <a:moveTo>
                      <a:pt x="126" y="1"/>
                    </a:moveTo>
                    <a:lnTo>
                      <a:pt x="0" y="126"/>
                    </a:lnTo>
                    <a:lnTo>
                      <a:pt x="502" y="702"/>
                    </a:lnTo>
                    <a:cubicBezTo>
                      <a:pt x="627" y="842"/>
                      <a:pt x="799" y="911"/>
                      <a:pt x="969" y="911"/>
                    </a:cubicBezTo>
                    <a:cubicBezTo>
                      <a:pt x="1106" y="911"/>
                      <a:pt x="1242" y="867"/>
                      <a:pt x="1354" y="778"/>
                    </a:cubicBezTo>
                    <a:lnTo>
                      <a:pt x="1830" y="351"/>
                    </a:lnTo>
                    <a:cubicBezTo>
                      <a:pt x="1905" y="276"/>
                      <a:pt x="2030" y="251"/>
                      <a:pt x="2131" y="251"/>
                    </a:cubicBezTo>
                    <a:cubicBezTo>
                      <a:pt x="2256" y="251"/>
                      <a:pt x="2356" y="301"/>
                      <a:pt x="2431" y="402"/>
                    </a:cubicBezTo>
                    <a:lnTo>
                      <a:pt x="2757" y="778"/>
                    </a:lnTo>
                    <a:cubicBezTo>
                      <a:pt x="2882" y="903"/>
                      <a:pt x="3033" y="978"/>
                      <a:pt x="3183" y="1003"/>
                    </a:cubicBezTo>
                    <a:cubicBezTo>
                      <a:pt x="3359" y="1003"/>
                      <a:pt x="3509" y="953"/>
                      <a:pt x="3634" y="828"/>
                    </a:cubicBezTo>
                    <a:lnTo>
                      <a:pt x="4035" y="477"/>
                    </a:lnTo>
                    <a:cubicBezTo>
                      <a:pt x="4136" y="402"/>
                      <a:pt x="4236" y="351"/>
                      <a:pt x="4361" y="351"/>
                    </a:cubicBezTo>
                    <a:cubicBezTo>
                      <a:pt x="4487" y="377"/>
                      <a:pt x="4587" y="427"/>
                      <a:pt x="4662" y="527"/>
                    </a:cubicBezTo>
                    <a:lnTo>
                      <a:pt x="4862" y="778"/>
                    </a:lnTo>
                    <a:cubicBezTo>
                      <a:pt x="4963" y="928"/>
                      <a:pt x="5138" y="1003"/>
                      <a:pt x="5314" y="1028"/>
                    </a:cubicBezTo>
                    <a:cubicBezTo>
                      <a:pt x="5489" y="1028"/>
                      <a:pt x="5664" y="953"/>
                      <a:pt x="5790" y="828"/>
                    </a:cubicBezTo>
                    <a:lnTo>
                      <a:pt x="6291" y="301"/>
                    </a:lnTo>
                    <a:lnTo>
                      <a:pt x="6141" y="176"/>
                    </a:lnTo>
                    <a:lnTo>
                      <a:pt x="5639" y="702"/>
                    </a:lnTo>
                    <a:cubicBezTo>
                      <a:pt x="5564" y="803"/>
                      <a:pt x="5439" y="828"/>
                      <a:pt x="5314" y="828"/>
                    </a:cubicBezTo>
                    <a:cubicBezTo>
                      <a:pt x="5188" y="828"/>
                      <a:pt x="5088" y="778"/>
                      <a:pt x="5013" y="677"/>
                    </a:cubicBezTo>
                    <a:lnTo>
                      <a:pt x="4787" y="402"/>
                    </a:lnTo>
                    <a:cubicBezTo>
                      <a:pt x="4687" y="276"/>
                      <a:pt x="4537" y="201"/>
                      <a:pt x="4361" y="176"/>
                    </a:cubicBezTo>
                    <a:cubicBezTo>
                      <a:pt x="4211" y="176"/>
                      <a:pt x="4035" y="226"/>
                      <a:pt x="3910" y="326"/>
                    </a:cubicBezTo>
                    <a:lnTo>
                      <a:pt x="3509" y="702"/>
                    </a:lnTo>
                    <a:cubicBezTo>
                      <a:pt x="3427" y="764"/>
                      <a:pt x="3344" y="809"/>
                      <a:pt x="3262" y="809"/>
                    </a:cubicBezTo>
                    <a:cubicBezTo>
                      <a:pt x="3244" y="809"/>
                      <a:pt x="3226" y="807"/>
                      <a:pt x="3208" y="803"/>
                    </a:cubicBezTo>
                    <a:cubicBezTo>
                      <a:pt x="3083" y="803"/>
                      <a:pt x="2983" y="752"/>
                      <a:pt x="2908" y="677"/>
                    </a:cubicBezTo>
                    <a:lnTo>
                      <a:pt x="2557" y="276"/>
                    </a:lnTo>
                    <a:cubicBezTo>
                      <a:pt x="2456" y="151"/>
                      <a:pt x="2306" y="76"/>
                      <a:pt x="2156" y="76"/>
                    </a:cubicBezTo>
                    <a:cubicBezTo>
                      <a:pt x="2126" y="72"/>
                      <a:pt x="2098" y="69"/>
                      <a:pt x="2070" y="69"/>
                    </a:cubicBezTo>
                    <a:cubicBezTo>
                      <a:pt x="1931" y="69"/>
                      <a:pt x="1809" y="122"/>
                      <a:pt x="1705" y="226"/>
                    </a:cubicBezTo>
                    <a:lnTo>
                      <a:pt x="1228" y="627"/>
                    </a:lnTo>
                    <a:cubicBezTo>
                      <a:pt x="1151" y="694"/>
                      <a:pt x="1058" y="726"/>
                      <a:pt x="966" y="726"/>
                    </a:cubicBezTo>
                    <a:cubicBezTo>
                      <a:pt x="851" y="726"/>
                      <a:pt x="736" y="675"/>
                      <a:pt x="652" y="577"/>
                    </a:cubicBezTo>
                    <a:lnTo>
                      <a:pt x="1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2" name="Google Shape;292;p6"/>
          <p:cNvSpPr txBox="1"/>
          <p:nvPr>
            <p:ph type="title"/>
          </p:nvPr>
        </p:nvSpPr>
        <p:spPr>
          <a:xfrm>
            <a:off x="1495650" y="1007925"/>
            <a:ext cx="6152700" cy="9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7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295" name="Google Shape;295;p7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296" name="Google Shape;296;p7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297" name="Google Shape;297;p7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8" name="Google Shape;298;p7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9" name="Google Shape;299;p7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0" name="Google Shape;300;p7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01" name="Google Shape;301;p7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302" name="Google Shape;302;p7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3" name="Google Shape;303;p7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4" name="Google Shape;304;p7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5" name="Google Shape;305;p7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06" name="Google Shape;306;p7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307" name="Google Shape;307;p7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8" name="Google Shape;308;p7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9" name="Google Shape;309;p7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310" name="Google Shape;310;p7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311" name="Google Shape;311;p7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312" name="Google Shape;312;p7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313" name="Google Shape;313;p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4" name="Google Shape;314;p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5" name="Google Shape;315;p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6" name="Google Shape;316;p7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17" name="Google Shape;317;p7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318" name="Google Shape;318;p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19" name="Google Shape;319;p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20" name="Google Shape;320;p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21" name="Google Shape;321;p7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22" name="Google Shape;322;p7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323" name="Google Shape;323;p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24" name="Google Shape;324;p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25" name="Google Shape;325;p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326" name="Google Shape;326;p7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327" name="Google Shape;327;p7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328" name="Google Shape;328;p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29" name="Google Shape;329;p7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30" name="Google Shape;330;p7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331" name="Google Shape;331;p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32" name="Google Shape;332;p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33" name="Google Shape;333;p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34" name="Google Shape;334;p7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35" name="Google Shape;335;p7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336" name="Google Shape;336;p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37" name="Google Shape;337;p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38" name="Google Shape;338;p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sp>
        <p:nvSpPr>
          <p:cNvPr id="339" name="Google Shape;339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0" name="Google Shape;340;p7"/>
          <p:cNvSpPr txBox="1"/>
          <p:nvPr>
            <p:ph idx="1" type="subTitle"/>
          </p:nvPr>
        </p:nvSpPr>
        <p:spPr>
          <a:xfrm>
            <a:off x="5046566" y="3285624"/>
            <a:ext cx="25008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7"/>
          <p:cNvSpPr txBox="1"/>
          <p:nvPr>
            <p:ph idx="2" type="subTitle"/>
          </p:nvPr>
        </p:nvSpPr>
        <p:spPr>
          <a:xfrm>
            <a:off x="1596634" y="3285624"/>
            <a:ext cx="25008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7"/>
          <p:cNvSpPr txBox="1"/>
          <p:nvPr>
            <p:ph idx="3" type="subTitle"/>
          </p:nvPr>
        </p:nvSpPr>
        <p:spPr>
          <a:xfrm>
            <a:off x="1596634" y="2833375"/>
            <a:ext cx="25008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43" name="Google Shape;343;p7"/>
          <p:cNvSpPr txBox="1"/>
          <p:nvPr>
            <p:ph idx="4" type="subTitle"/>
          </p:nvPr>
        </p:nvSpPr>
        <p:spPr>
          <a:xfrm>
            <a:off x="5046566" y="2833375"/>
            <a:ext cx="25008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344" name="Google Shape;344;p7"/>
          <p:cNvGrpSpPr/>
          <p:nvPr/>
        </p:nvGrpSpPr>
        <p:grpSpPr>
          <a:xfrm>
            <a:off x="141641" y="92498"/>
            <a:ext cx="8827867" cy="4945087"/>
            <a:chOff x="141641" y="92498"/>
            <a:chExt cx="8827867" cy="4945087"/>
          </a:xfrm>
        </p:grpSpPr>
        <p:grpSp>
          <p:nvGrpSpPr>
            <p:cNvPr id="345" name="Google Shape;345;p7"/>
            <p:cNvGrpSpPr/>
            <p:nvPr/>
          </p:nvGrpSpPr>
          <p:grpSpPr>
            <a:xfrm>
              <a:off x="8918459" y="243592"/>
              <a:ext cx="51049" cy="774143"/>
              <a:chOff x="8211712" y="2037146"/>
              <a:chExt cx="34742" cy="526951"/>
            </a:xfrm>
          </p:grpSpPr>
          <p:sp>
            <p:nvSpPr>
              <p:cNvPr id="346" name="Google Shape;346;p7"/>
              <p:cNvSpPr/>
              <p:nvPr/>
            </p:nvSpPr>
            <p:spPr>
              <a:xfrm>
                <a:off x="8211712" y="2037146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0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7"/>
              <p:cNvSpPr/>
              <p:nvPr/>
            </p:nvSpPr>
            <p:spPr>
              <a:xfrm>
                <a:off x="8211712" y="2116302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0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7"/>
              <p:cNvSpPr/>
              <p:nvPr/>
            </p:nvSpPr>
            <p:spPr>
              <a:xfrm>
                <a:off x="8211712" y="2195458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1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7"/>
              <p:cNvSpPr/>
              <p:nvPr/>
            </p:nvSpPr>
            <p:spPr>
              <a:xfrm>
                <a:off x="8211712" y="2274614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1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7"/>
              <p:cNvSpPr/>
              <p:nvPr/>
            </p:nvSpPr>
            <p:spPr>
              <a:xfrm>
                <a:off x="8211712" y="2353770"/>
                <a:ext cx="34742" cy="52014"/>
              </a:xfrm>
              <a:custGeom>
                <a:rect b="b" l="l" r="r" t="t"/>
                <a:pathLst>
                  <a:path extrusionOk="0" h="527" w="352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7"/>
              <p:cNvSpPr/>
              <p:nvPr/>
            </p:nvSpPr>
            <p:spPr>
              <a:xfrm>
                <a:off x="8211712" y="2432927"/>
                <a:ext cx="34742" cy="52014"/>
              </a:xfrm>
              <a:custGeom>
                <a:rect b="b" l="l" r="r" t="t"/>
                <a:pathLst>
                  <a:path extrusionOk="0" h="527" w="352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7"/>
              <p:cNvSpPr/>
              <p:nvPr/>
            </p:nvSpPr>
            <p:spPr>
              <a:xfrm>
                <a:off x="8211712" y="2512083"/>
                <a:ext cx="34742" cy="52014"/>
              </a:xfrm>
              <a:custGeom>
                <a:rect b="b" l="l" r="r" t="t"/>
                <a:pathLst>
                  <a:path extrusionOk="0" h="527" w="352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3" name="Google Shape;353;p7"/>
            <p:cNvGrpSpPr/>
            <p:nvPr/>
          </p:nvGrpSpPr>
          <p:grpSpPr>
            <a:xfrm>
              <a:off x="173907" y="4750539"/>
              <a:ext cx="291257" cy="287046"/>
              <a:chOff x="5456048" y="1794743"/>
              <a:chExt cx="178248" cy="175682"/>
            </a:xfrm>
          </p:grpSpPr>
          <p:sp>
            <p:nvSpPr>
              <p:cNvPr id="354" name="Google Shape;354;p7"/>
              <p:cNvSpPr/>
              <p:nvPr/>
            </p:nvSpPr>
            <p:spPr>
              <a:xfrm>
                <a:off x="5456048" y="1794743"/>
                <a:ext cx="178248" cy="175682"/>
              </a:xfrm>
              <a:custGeom>
                <a:rect b="b" l="l" r="r" t="t"/>
                <a:pathLst>
                  <a:path extrusionOk="0" h="1780" w="1806">
                    <a:moveTo>
                      <a:pt x="277" y="0"/>
                    </a:moveTo>
                    <a:lnTo>
                      <a:pt x="1" y="276"/>
                    </a:lnTo>
                    <a:lnTo>
                      <a:pt x="1530" y="1780"/>
                    </a:lnTo>
                    <a:lnTo>
                      <a:pt x="1805" y="1504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7"/>
              <p:cNvSpPr/>
              <p:nvPr/>
            </p:nvSpPr>
            <p:spPr>
              <a:xfrm>
                <a:off x="5456048" y="1794743"/>
                <a:ext cx="178248" cy="175682"/>
              </a:xfrm>
              <a:custGeom>
                <a:rect b="b" l="l" r="r" t="t"/>
                <a:pathLst>
                  <a:path extrusionOk="0" h="1780" w="1806">
                    <a:moveTo>
                      <a:pt x="1505" y="0"/>
                    </a:moveTo>
                    <a:lnTo>
                      <a:pt x="1" y="1504"/>
                    </a:lnTo>
                    <a:lnTo>
                      <a:pt x="302" y="1780"/>
                    </a:lnTo>
                    <a:lnTo>
                      <a:pt x="1805" y="276"/>
                    </a:lnTo>
                    <a:lnTo>
                      <a:pt x="15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6" name="Google Shape;356;p7"/>
            <p:cNvSpPr/>
            <p:nvPr/>
          </p:nvSpPr>
          <p:spPr>
            <a:xfrm rot="-123321">
              <a:off x="144300" y="113150"/>
              <a:ext cx="1018402" cy="166548"/>
            </a:xfrm>
            <a:custGeom>
              <a:rect b="b" l="l" r="r" t="t"/>
              <a:pathLst>
                <a:path extrusionOk="0" h="1029" w="6292">
                  <a:moveTo>
                    <a:pt x="126" y="1"/>
                  </a:moveTo>
                  <a:lnTo>
                    <a:pt x="0" y="126"/>
                  </a:lnTo>
                  <a:lnTo>
                    <a:pt x="502" y="702"/>
                  </a:lnTo>
                  <a:cubicBezTo>
                    <a:pt x="627" y="842"/>
                    <a:pt x="799" y="911"/>
                    <a:pt x="969" y="911"/>
                  </a:cubicBezTo>
                  <a:cubicBezTo>
                    <a:pt x="1106" y="911"/>
                    <a:pt x="1242" y="867"/>
                    <a:pt x="1354" y="778"/>
                  </a:cubicBezTo>
                  <a:lnTo>
                    <a:pt x="1830" y="351"/>
                  </a:lnTo>
                  <a:cubicBezTo>
                    <a:pt x="1905" y="276"/>
                    <a:pt x="2030" y="251"/>
                    <a:pt x="2131" y="251"/>
                  </a:cubicBezTo>
                  <a:cubicBezTo>
                    <a:pt x="2256" y="251"/>
                    <a:pt x="2356" y="301"/>
                    <a:pt x="2431" y="402"/>
                  </a:cubicBezTo>
                  <a:lnTo>
                    <a:pt x="2757" y="778"/>
                  </a:lnTo>
                  <a:cubicBezTo>
                    <a:pt x="2882" y="903"/>
                    <a:pt x="3033" y="978"/>
                    <a:pt x="3183" y="1003"/>
                  </a:cubicBezTo>
                  <a:cubicBezTo>
                    <a:pt x="3359" y="1003"/>
                    <a:pt x="3509" y="953"/>
                    <a:pt x="3634" y="828"/>
                  </a:cubicBezTo>
                  <a:lnTo>
                    <a:pt x="4035" y="477"/>
                  </a:lnTo>
                  <a:cubicBezTo>
                    <a:pt x="4136" y="402"/>
                    <a:pt x="4236" y="351"/>
                    <a:pt x="4361" y="351"/>
                  </a:cubicBezTo>
                  <a:cubicBezTo>
                    <a:pt x="4487" y="377"/>
                    <a:pt x="4587" y="427"/>
                    <a:pt x="4662" y="527"/>
                  </a:cubicBezTo>
                  <a:lnTo>
                    <a:pt x="4862" y="778"/>
                  </a:lnTo>
                  <a:cubicBezTo>
                    <a:pt x="4963" y="928"/>
                    <a:pt x="5138" y="1003"/>
                    <a:pt x="5314" y="1028"/>
                  </a:cubicBezTo>
                  <a:cubicBezTo>
                    <a:pt x="5489" y="1028"/>
                    <a:pt x="5664" y="953"/>
                    <a:pt x="5790" y="828"/>
                  </a:cubicBezTo>
                  <a:lnTo>
                    <a:pt x="6291" y="301"/>
                  </a:lnTo>
                  <a:lnTo>
                    <a:pt x="6141" y="176"/>
                  </a:lnTo>
                  <a:lnTo>
                    <a:pt x="5639" y="702"/>
                  </a:lnTo>
                  <a:cubicBezTo>
                    <a:pt x="5564" y="803"/>
                    <a:pt x="5439" y="828"/>
                    <a:pt x="5314" y="828"/>
                  </a:cubicBezTo>
                  <a:cubicBezTo>
                    <a:pt x="5188" y="828"/>
                    <a:pt x="5088" y="778"/>
                    <a:pt x="5013" y="677"/>
                  </a:cubicBezTo>
                  <a:lnTo>
                    <a:pt x="4787" y="402"/>
                  </a:lnTo>
                  <a:cubicBezTo>
                    <a:pt x="4687" y="276"/>
                    <a:pt x="4537" y="201"/>
                    <a:pt x="4361" y="176"/>
                  </a:cubicBezTo>
                  <a:cubicBezTo>
                    <a:pt x="4211" y="176"/>
                    <a:pt x="4035" y="226"/>
                    <a:pt x="3910" y="326"/>
                  </a:cubicBezTo>
                  <a:lnTo>
                    <a:pt x="3509" y="702"/>
                  </a:lnTo>
                  <a:cubicBezTo>
                    <a:pt x="3427" y="764"/>
                    <a:pt x="3344" y="809"/>
                    <a:pt x="3262" y="809"/>
                  </a:cubicBezTo>
                  <a:cubicBezTo>
                    <a:pt x="3244" y="809"/>
                    <a:pt x="3226" y="807"/>
                    <a:pt x="3208" y="803"/>
                  </a:cubicBezTo>
                  <a:cubicBezTo>
                    <a:pt x="3083" y="803"/>
                    <a:pt x="2983" y="752"/>
                    <a:pt x="2908" y="677"/>
                  </a:cubicBezTo>
                  <a:lnTo>
                    <a:pt x="2557" y="276"/>
                  </a:lnTo>
                  <a:cubicBezTo>
                    <a:pt x="2456" y="151"/>
                    <a:pt x="2306" y="76"/>
                    <a:pt x="2156" y="76"/>
                  </a:cubicBezTo>
                  <a:cubicBezTo>
                    <a:pt x="2126" y="72"/>
                    <a:pt x="2098" y="69"/>
                    <a:pt x="2070" y="69"/>
                  </a:cubicBezTo>
                  <a:cubicBezTo>
                    <a:pt x="1931" y="69"/>
                    <a:pt x="1809" y="122"/>
                    <a:pt x="1705" y="226"/>
                  </a:cubicBezTo>
                  <a:lnTo>
                    <a:pt x="1228" y="627"/>
                  </a:lnTo>
                  <a:cubicBezTo>
                    <a:pt x="1151" y="694"/>
                    <a:pt x="1058" y="726"/>
                    <a:pt x="966" y="726"/>
                  </a:cubicBezTo>
                  <a:cubicBezTo>
                    <a:pt x="851" y="726"/>
                    <a:pt x="736" y="675"/>
                    <a:pt x="652" y="577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639763" y="92498"/>
              <a:ext cx="207956" cy="207857"/>
            </a:xfrm>
            <a:custGeom>
              <a:rect b="b" l="l" r="r" t="t"/>
              <a:pathLst>
                <a:path extrusionOk="0" h="2106" w="2107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oogle Shape;359;p8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360" name="Google Shape;360;p8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361" name="Google Shape;361;p8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362" name="Google Shape;362;p8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63" name="Google Shape;363;p8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64" name="Google Shape;364;p8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65" name="Google Shape;365;p8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66" name="Google Shape;366;p8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367" name="Google Shape;367;p8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68" name="Google Shape;368;p8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69" name="Google Shape;369;p8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70" name="Google Shape;370;p8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71" name="Google Shape;371;p8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372" name="Google Shape;372;p8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73" name="Google Shape;373;p8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74" name="Google Shape;374;p8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375" name="Google Shape;375;p8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376" name="Google Shape;376;p8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377" name="Google Shape;377;p8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378" name="Google Shape;378;p8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79" name="Google Shape;379;p8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80" name="Google Shape;380;p8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81" name="Google Shape;381;p8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82" name="Google Shape;382;p8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383" name="Google Shape;383;p8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84" name="Google Shape;384;p8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85" name="Google Shape;385;p8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86" name="Google Shape;386;p8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87" name="Google Shape;387;p8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388" name="Google Shape;388;p8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89" name="Google Shape;389;p8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90" name="Google Shape;390;p8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391" name="Google Shape;391;p8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392" name="Google Shape;392;p8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393" name="Google Shape;393;p8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94" name="Google Shape;394;p8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95" name="Google Shape;395;p8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396" name="Google Shape;396;p8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97" name="Google Shape;397;p8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98" name="Google Shape;398;p8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99" name="Google Shape;399;p8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00" name="Google Shape;400;p8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401" name="Google Shape;401;p8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02" name="Google Shape;402;p8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03" name="Google Shape;403;p8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grpSp>
        <p:nvGrpSpPr>
          <p:cNvPr id="404" name="Google Shape;404;p8"/>
          <p:cNvGrpSpPr/>
          <p:nvPr/>
        </p:nvGrpSpPr>
        <p:grpSpPr>
          <a:xfrm>
            <a:off x="-7" y="117416"/>
            <a:ext cx="8941384" cy="4905858"/>
            <a:chOff x="-7" y="117416"/>
            <a:chExt cx="8941384" cy="4905858"/>
          </a:xfrm>
        </p:grpSpPr>
        <p:grpSp>
          <p:nvGrpSpPr>
            <p:cNvPr id="405" name="Google Shape;405;p8"/>
            <p:cNvGrpSpPr/>
            <p:nvPr/>
          </p:nvGrpSpPr>
          <p:grpSpPr>
            <a:xfrm>
              <a:off x="-7" y="4797050"/>
              <a:ext cx="1266969" cy="226224"/>
              <a:chOff x="-7" y="167200"/>
              <a:chExt cx="1266969" cy="226224"/>
            </a:xfrm>
          </p:grpSpPr>
          <p:sp>
            <p:nvSpPr>
              <p:cNvPr id="406" name="Google Shape;406;p8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rect b="b" l="l" r="r" t="t"/>
                <a:pathLst>
                  <a:path extrusionOk="0" h="251" w="6317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8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rect b="b" l="l" r="r" t="t"/>
                <a:pathLst>
                  <a:path extrusionOk="0" h="276" w="3485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8" name="Google Shape;408;p8"/>
            <p:cNvSpPr/>
            <p:nvPr/>
          </p:nvSpPr>
          <p:spPr>
            <a:xfrm>
              <a:off x="8608176" y="4514350"/>
              <a:ext cx="333201" cy="333048"/>
            </a:xfrm>
            <a:custGeom>
              <a:rect b="b" l="l" r="r" t="t"/>
              <a:pathLst>
                <a:path extrusionOk="0" h="2106" w="2107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1861082" y="117416"/>
              <a:ext cx="1074296" cy="175676"/>
            </a:xfrm>
            <a:custGeom>
              <a:rect b="b" l="l" r="r" t="t"/>
              <a:pathLst>
                <a:path extrusionOk="0" h="1029" w="6292">
                  <a:moveTo>
                    <a:pt x="126" y="1"/>
                  </a:moveTo>
                  <a:lnTo>
                    <a:pt x="0" y="126"/>
                  </a:lnTo>
                  <a:lnTo>
                    <a:pt x="502" y="702"/>
                  </a:lnTo>
                  <a:cubicBezTo>
                    <a:pt x="627" y="842"/>
                    <a:pt x="799" y="911"/>
                    <a:pt x="969" y="911"/>
                  </a:cubicBezTo>
                  <a:cubicBezTo>
                    <a:pt x="1106" y="911"/>
                    <a:pt x="1242" y="867"/>
                    <a:pt x="1354" y="778"/>
                  </a:cubicBezTo>
                  <a:lnTo>
                    <a:pt x="1830" y="351"/>
                  </a:lnTo>
                  <a:cubicBezTo>
                    <a:pt x="1905" y="276"/>
                    <a:pt x="2030" y="251"/>
                    <a:pt x="2131" y="251"/>
                  </a:cubicBezTo>
                  <a:cubicBezTo>
                    <a:pt x="2256" y="251"/>
                    <a:pt x="2356" y="301"/>
                    <a:pt x="2431" y="402"/>
                  </a:cubicBezTo>
                  <a:lnTo>
                    <a:pt x="2757" y="778"/>
                  </a:lnTo>
                  <a:cubicBezTo>
                    <a:pt x="2882" y="903"/>
                    <a:pt x="3033" y="978"/>
                    <a:pt x="3183" y="1003"/>
                  </a:cubicBezTo>
                  <a:cubicBezTo>
                    <a:pt x="3359" y="1003"/>
                    <a:pt x="3509" y="953"/>
                    <a:pt x="3634" y="828"/>
                  </a:cubicBezTo>
                  <a:lnTo>
                    <a:pt x="4035" y="477"/>
                  </a:lnTo>
                  <a:cubicBezTo>
                    <a:pt x="4136" y="402"/>
                    <a:pt x="4236" y="351"/>
                    <a:pt x="4361" y="351"/>
                  </a:cubicBezTo>
                  <a:cubicBezTo>
                    <a:pt x="4487" y="377"/>
                    <a:pt x="4587" y="427"/>
                    <a:pt x="4662" y="527"/>
                  </a:cubicBezTo>
                  <a:lnTo>
                    <a:pt x="4862" y="778"/>
                  </a:lnTo>
                  <a:cubicBezTo>
                    <a:pt x="4963" y="928"/>
                    <a:pt x="5138" y="1003"/>
                    <a:pt x="5314" y="1028"/>
                  </a:cubicBezTo>
                  <a:cubicBezTo>
                    <a:pt x="5489" y="1028"/>
                    <a:pt x="5664" y="953"/>
                    <a:pt x="5790" y="828"/>
                  </a:cubicBezTo>
                  <a:lnTo>
                    <a:pt x="6291" y="301"/>
                  </a:lnTo>
                  <a:lnTo>
                    <a:pt x="6141" y="176"/>
                  </a:lnTo>
                  <a:lnTo>
                    <a:pt x="5639" y="702"/>
                  </a:lnTo>
                  <a:cubicBezTo>
                    <a:pt x="5564" y="803"/>
                    <a:pt x="5439" y="828"/>
                    <a:pt x="5314" y="828"/>
                  </a:cubicBezTo>
                  <a:cubicBezTo>
                    <a:pt x="5188" y="828"/>
                    <a:pt x="5088" y="778"/>
                    <a:pt x="5013" y="677"/>
                  </a:cubicBezTo>
                  <a:lnTo>
                    <a:pt x="4787" y="402"/>
                  </a:lnTo>
                  <a:cubicBezTo>
                    <a:pt x="4687" y="276"/>
                    <a:pt x="4537" y="201"/>
                    <a:pt x="4361" y="176"/>
                  </a:cubicBezTo>
                  <a:cubicBezTo>
                    <a:pt x="4211" y="176"/>
                    <a:pt x="4035" y="226"/>
                    <a:pt x="3910" y="326"/>
                  </a:cubicBezTo>
                  <a:lnTo>
                    <a:pt x="3509" y="702"/>
                  </a:lnTo>
                  <a:cubicBezTo>
                    <a:pt x="3427" y="764"/>
                    <a:pt x="3344" y="809"/>
                    <a:pt x="3262" y="809"/>
                  </a:cubicBezTo>
                  <a:cubicBezTo>
                    <a:pt x="3244" y="809"/>
                    <a:pt x="3226" y="807"/>
                    <a:pt x="3208" y="803"/>
                  </a:cubicBezTo>
                  <a:cubicBezTo>
                    <a:pt x="3083" y="803"/>
                    <a:pt x="2983" y="752"/>
                    <a:pt x="2908" y="677"/>
                  </a:cubicBezTo>
                  <a:lnTo>
                    <a:pt x="2557" y="276"/>
                  </a:lnTo>
                  <a:cubicBezTo>
                    <a:pt x="2456" y="151"/>
                    <a:pt x="2306" y="76"/>
                    <a:pt x="2156" y="76"/>
                  </a:cubicBezTo>
                  <a:cubicBezTo>
                    <a:pt x="2126" y="72"/>
                    <a:pt x="2098" y="69"/>
                    <a:pt x="2070" y="69"/>
                  </a:cubicBezTo>
                  <a:cubicBezTo>
                    <a:pt x="1931" y="69"/>
                    <a:pt x="1809" y="122"/>
                    <a:pt x="1705" y="226"/>
                  </a:cubicBezTo>
                  <a:lnTo>
                    <a:pt x="1228" y="627"/>
                  </a:lnTo>
                  <a:cubicBezTo>
                    <a:pt x="1151" y="694"/>
                    <a:pt x="1058" y="726"/>
                    <a:pt x="966" y="726"/>
                  </a:cubicBezTo>
                  <a:cubicBezTo>
                    <a:pt x="851" y="726"/>
                    <a:pt x="736" y="675"/>
                    <a:pt x="652" y="577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0" name="Google Shape;410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1" name="Google Shape;411;p8"/>
          <p:cNvSpPr txBox="1"/>
          <p:nvPr>
            <p:ph idx="1" type="subTitle"/>
          </p:nvPr>
        </p:nvSpPr>
        <p:spPr>
          <a:xfrm>
            <a:off x="937625" y="3465524"/>
            <a:ext cx="21753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8"/>
          <p:cNvSpPr txBox="1"/>
          <p:nvPr>
            <p:ph idx="2" type="subTitle"/>
          </p:nvPr>
        </p:nvSpPr>
        <p:spPr>
          <a:xfrm>
            <a:off x="3484350" y="3465524"/>
            <a:ext cx="21753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8"/>
          <p:cNvSpPr txBox="1"/>
          <p:nvPr>
            <p:ph idx="3" type="subTitle"/>
          </p:nvPr>
        </p:nvSpPr>
        <p:spPr>
          <a:xfrm>
            <a:off x="6031075" y="3465524"/>
            <a:ext cx="21753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8"/>
          <p:cNvSpPr txBox="1"/>
          <p:nvPr>
            <p:ph idx="4" type="subTitle"/>
          </p:nvPr>
        </p:nvSpPr>
        <p:spPr>
          <a:xfrm>
            <a:off x="937625" y="2950601"/>
            <a:ext cx="21753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15" name="Google Shape;415;p8"/>
          <p:cNvSpPr txBox="1"/>
          <p:nvPr>
            <p:ph idx="5" type="subTitle"/>
          </p:nvPr>
        </p:nvSpPr>
        <p:spPr>
          <a:xfrm>
            <a:off x="3484350" y="2950601"/>
            <a:ext cx="21753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16" name="Google Shape;416;p8"/>
          <p:cNvSpPr txBox="1"/>
          <p:nvPr>
            <p:ph idx="6" type="subTitle"/>
          </p:nvPr>
        </p:nvSpPr>
        <p:spPr>
          <a:xfrm>
            <a:off x="6031075" y="2950601"/>
            <a:ext cx="21753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p9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419" name="Google Shape;419;p9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420" name="Google Shape;420;p9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421" name="Google Shape;421;p9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22" name="Google Shape;422;p9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23" name="Google Shape;423;p9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24" name="Google Shape;424;p9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425" name="Google Shape;425;p9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426" name="Google Shape;426;p9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27" name="Google Shape;427;p9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28" name="Google Shape;428;p9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29" name="Google Shape;429;p9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430" name="Google Shape;430;p9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431" name="Google Shape;431;p9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2" name="Google Shape;432;p9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3" name="Google Shape;433;p9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434" name="Google Shape;434;p9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435" name="Google Shape;435;p9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436" name="Google Shape;436;p9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437" name="Google Shape;437;p9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38" name="Google Shape;438;p9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39" name="Google Shape;439;p9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40" name="Google Shape;440;p9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41" name="Google Shape;441;p9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442" name="Google Shape;442;p9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43" name="Google Shape;443;p9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44" name="Google Shape;444;p9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45" name="Google Shape;445;p9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46" name="Google Shape;446;p9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447" name="Google Shape;447;p9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48" name="Google Shape;448;p9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49" name="Google Shape;449;p9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450" name="Google Shape;450;p9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451" name="Google Shape;451;p9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452" name="Google Shape;452;p9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3" name="Google Shape;453;p9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54" name="Google Shape;454;p9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455" name="Google Shape;455;p9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6" name="Google Shape;456;p9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7" name="Google Shape;457;p9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58" name="Google Shape;458;p9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59" name="Google Shape;459;p9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460" name="Google Shape;460;p9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61" name="Google Shape;461;p9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62" name="Google Shape;462;p9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grpSp>
        <p:nvGrpSpPr>
          <p:cNvPr id="463" name="Google Shape;463;p9"/>
          <p:cNvGrpSpPr/>
          <p:nvPr/>
        </p:nvGrpSpPr>
        <p:grpSpPr>
          <a:xfrm flipH="1">
            <a:off x="173908" y="92498"/>
            <a:ext cx="8795601" cy="4945087"/>
            <a:chOff x="173907" y="92498"/>
            <a:chExt cx="8795601" cy="4945087"/>
          </a:xfrm>
        </p:grpSpPr>
        <p:grpSp>
          <p:nvGrpSpPr>
            <p:cNvPr id="464" name="Google Shape;464;p9"/>
            <p:cNvGrpSpPr/>
            <p:nvPr/>
          </p:nvGrpSpPr>
          <p:grpSpPr>
            <a:xfrm>
              <a:off x="8918459" y="243592"/>
              <a:ext cx="51049" cy="774143"/>
              <a:chOff x="8211712" y="2037146"/>
              <a:chExt cx="34742" cy="526951"/>
            </a:xfrm>
          </p:grpSpPr>
          <p:sp>
            <p:nvSpPr>
              <p:cNvPr id="465" name="Google Shape;465;p9"/>
              <p:cNvSpPr/>
              <p:nvPr/>
            </p:nvSpPr>
            <p:spPr>
              <a:xfrm>
                <a:off x="8211712" y="2037146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0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9"/>
              <p:cNvSpPr/>
              <p:nvPr/>
            </p:nvSpPr>
            <p:spPr>
              <a:xfrm>
                <a:off x="8211712" y="2116302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0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9"/>
              <p:cNvSpPr/>
              <p:nvPr/>
            </p:nvSpPr>
            <p:spPr>
              <a:xfrm>
                <a:off x="8211712" y="2195458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1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9"/>
              <p:cNvSpPr/>
              <p:nvPr/>
            </p:nvSpPr>
            <p:spPr>
              <a:xfrm>
                <a:off x="8211712" y="2274614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1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9"/>
              <p:cNvSpPr/>
              <p:nvPr/>
            </p:nvSpPr>
            <p:spPr>
              <a:xfrm>
                <a:off x="8211712" y="2353770"/>
                <a:ext cx="34742" cy="52014"/>
              </a:xfrm>
              <a:custGeom>
                <a:rect b="b" l="l" r="r" t="t"/>
                <a:pathLst>
                  <a:path extrusionOk="0" h="527" w="352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9"/>
              <p:cNvSpPr/>
              <p:nvPr/>
            </p:nvSpPr>
            <p:spPr>
              <a:xfrm>
                <a:off x="8211712" y="2432927"/>
                <a:ext cx="34742" cy="52014"/>
              </a:xfrm>
              <a:custGeom>
                <a:rect b="b" l="l" r="r" t="t"/>
                <a:pathLst>
                  <a:path extrusionOk="0" h="527" w="352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9"/>
              <p:cNvSpPr/>
              <p:nvPr/>
            </p:nvSpPr>
            <p:spPr>
              <a:xfrm>
                <a:off x="8211712" y="2512083"/>
                <a:ext cx="34742" cy="52014"/>
              </a:xfrm>
              <a:custGeom>
                <a:rect b="b" l="l" r="r" t="t"/>
                <a:pathLst>
                  <a:path extrusionOk="0" h="527" w="352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2" name="Google Shape;472;p9"/>
            <p:cNvGrpSpPr/>
            <p:nvPr/>
          </p:nvGrpSpPr>
          <p:grpSpPr>
            <a:xfrm>
              <a:off x="173907" y="4750539"/>
              <a:ext cx="291257" cy="287046"/>
              <a:chOff x="5456048" y="1794743"/>
              <a:chExt cx="178248" cy="175682"/>
            </a:xfrm>
          </p:grpSpPr>
          <p:sp>
            <p:nvSpPr>
              <p:cNvPr id="473" name="Google Shape;473;p9"/>
              <p:cNvSpPr/>
              <p:nvPr/>
            </p:nvSpPr>
            <p:spPr>
              <a:xfrm>
                <a:off x="5456048" y="1794743"/>
                <a:ext cx="178248" cy="175682"/>
              </a:xfrm>
              <a:custGeom>
                <a:rect b="b" l="l" r="r" t="t"/>
                <a:pathLst>
                  <a:path extrusionOk="0" h="1780" w="1806">
                    <a:moveTo>
                      <a:pt x="277" y="0"/>
                    </a:moveTo>
                    <a:lnTo>
                      <a:pt x="1" y="276"/>
                    </a:lnTo>
                    <a:lnTo>
                      <a:pt x="1530" y="1780"/>
                    </a:lnTo>
                    <a:lnTo>
                      <a:pt x="1805" y="1504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9"/>
              <p:cNvSpPr/>
              <p:nvPr/>
            </p:nvSpPr>
            <p:spPr>
              <a:xfrm>
                <a:off x="5456048" y="1794743"/>
                <a:ext cx="178248" cy="175682"/>
              </a:xfrm>
              <a:custGeom>
                <a:rect b="b" l="l" r="r" t="t"/>
                <a:pathLst>
                  <a:path extrusionOk="0" h="1780" w="1806">
                    <a:moveTo>
                      <a:pt x="1505" y="0"/>
                    </a:moveTo>
                    <a:lnTo>
                      <a:pt x="1" y="1504"/>
                    </a:lnTo>
                    <a:lnTo>
                      <a:pt x="302" y="1780"/>
                    </a:lnTo>
                    <a:lnTo>
                      <a:pt x="1805" y="276"/>
                    </a:lnTo>
                    <a:lnTo>
                      <a:pt x="15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5" name="Google Shape;475;p9"/>
            <p:cNvSpPr/>
            <p:nvPr/>
          </p:nvSpPr>
          <p:spPr>
            <a:xfrm rot="-123321">
              <a:off x="7897400" y="4768750"/>
              <a:ext cx="1018402" cy="166548"/>
            </a:xfrm>
            <a:custGeom>
              <a:rect b="b" l="l" r="r" t="t"/>
              <a:pathLst>
                <a:path extrusionOk="0" h="1029" w="6292">
                  <a:moveTo>
                    <a:pt x="126" y="1"/>
                  </a:moveTo>
                  <a:lnTo>
                    <a:pt x="0" y="126"/>
                  </a:lnTo>
                  <a:lnTo>
                    <a:pt x="502" y="702"/>
                  </a:lnTo>
                  <a:cubicBezTo>
                    <a:pt x="627" y="842"/>
                    <a:pt x="799" y="911"/>
                    <a:pt x="969" y="911"/>
                  </a:cubicBezTo>
                  <a:cubicBezTo>
                    <a:pt x="1106" y="911"/>
                    <a:pt x="1242" y="867"/>
                    <a:pt x="1354" y="778"/>
                  </a:cubicBezTo>
                  <a:lnTo>
                    <a:pt x="1830" y="351"/>
                  </a:lnTo>
                  <a:cubicBezTo>
                    <a:pt x="1905" y="276"/>
                    <a:pt x="2030" y="251"/>
                    <a:pt x="2131" y="251"/>
                  </a:cubicBezTo>
                  <a:cubicBezTo>
                    <a:pt x="2256" y="251"/>
                    <a:pt x="2356" y="301"/>
                    <a:pt x="2431" y="402"/>
                  </a:cubicBezTo>
                  <a:lnTo>
                    <a:pt x="2757" y="778"/>
                  </a:lnTo>
                  <a:cubicBezTo>
                    <a:pt x="2882" y="903"/>
                    <a:pt x="3033" y="978"/>
                    <a:pt x="3183" y="1003"/>
                  </a:cubicBezTo>
                  <a:cubicBezTo>
                    <a:pt x="3359" y="1003"/>
                    <a:pt x="3509" y="953"/>
                    <a:pt x="3634" y="828"/>
                  </a:cubicBezTo>
                  <a:lnTo>
                    <a:pt x="4035" y="477"/>
                  </a:lnTo>
                  <a:cubicBezTo>
                    <a:pt x="4136" y="402"/>
                    <a:pt x="4236" y="351"/>
                    <a:pt x="4361" y="351"/>
                  </a:cubicBezTo>
                  <a:cubicBezTo>
                    <a:pt x="4487" y="377"/>
                    <a:pt x="4587" y="427"/>
                    <a:pt x="4662" y="527"/>
                  </a:cubicBezTo>
                  <a:lnTo>
                    <a:pt x="4862" y="778"/>
                  </a:lnTo>
                  <a:cubicBezTo>
                    <a:pt x="4963" y="928"/>
                    <a:pt x="5138" y="1003"/>
                    <a:pt x="5314" y="1028"/>
                  </a:cubicBezTo>
                  <a:cubicBezTo>
                    <a:pt x="5489" y="1028"/>
                    <a:pt x="5664" y="953"/>
                    <a:pt x="5790" y="828"/>
                  </a:cubicBezTo>
                  <a:lnTo>
                    <a:pt x="6291" y="301"/>
                  </a:lnTo>
                  <a:lnTo>
                    <a:pt x="6141" y="176"/>
                  </a:lnTo>
                  <a:lnTo>
                    <a:pt x="5639" y="702"/>
                  </a:lnTo>
                  <a:cubicBezTo>
                    <a:pt x="5564" y="803"/>
                    <a:pt x="5439" y="828"/>
                    <a:pt x="5314" y="828"/>
                  </a:cubicBezTo>
                  <a:cubicBezTo>
                    <a:pt x="5188" y="828"/>
                    <a:pt x="5088" y="778"/>
                    <a:pt x="5013" y="677"/>
                  </a:cubicBezTo>
                  <a:lnTo>
                    <a:pt x="4787" y="402"/>
                  </a:lnTo>
                  <a:cubicBezTo>
                    <a:pt x="4687" y="276"/>
                    <a:pt x="4537" y="201"/>
                    <a:pt x="4361" y="176"/>
                  </a:cubicBezTo>
                  <a:cubicBezTo>
                    <a:pt x="4211" y="176"/>
                    <a:pt x="4035" y="226"/>
                    <a:pt x="3910" y="326"/>
                  </a:cubicBezTo>
                  <a:lnTo>
                    <a:pt x="3509" y="702"/>
                  </a:lnTo>
                  <a:cubicBezTo>
                    <a:pt x="3427" y="764"/>
                    <a:pt x="3344" y="809"/>
                    <a:pt x="3262" y="809"/>
                  </a:cubicBezTo>
                  <a:cubicBezTo>
                    <a:pt x="3244" y="809"/>
                    <a:pt x="3226" y="807"/>
                    <a:pt x="3208" y="803"/>
                  </a:cubicBezTo>
                  <a:cubicBezTo>
                    <a:pt x="3083" y="803"/>
                    <a:pt x="2983" y="752"/>
                    <a:pt x="2908" y="677"/>
                  </a:cubicBezTo>
                  <a:lnTo>
                    <a:pt x="2557" y="276"/>
                  </a:lnTo>
                  <a:cubicBezTo>
                    <a:pt x="2456" y="151"/>
                    <a:pt x="2306" y="76"/>
                    <a:pt x="2156" y="76"/>
                  </a:cubicBezTo>
                  <a:cubicBezTo>
                    <a:pt x="2126" y="72"/>
                    <a:pt x="2098" y="69"/>
                    <a:pt x="2070" y="69"/>
                  </a:cubicBezTo>
                  <a:cubicBezTo>
                    <a:pt x="1931" y="69"/>
                    <a:pt x="1809" y="122"/>
                    <a:pt x="1705" y="226"/>
                  </a:cubicBezTo>
                  <a:lnTo>
                    <a:pt x="1228" y="627"/>
                  </a:lnTo>
                  <a:cubicBezTo>
                    <a:pt x="1151" y="694"/>
                    <a:pt x="1058" y="726"/>
                    <a:pt x="966" y="726"/>
                  </a:cubicBezTo>
                  <a:cubicBezTo>
                    <a:pt x="851" y="726"/>
                    <a:pt x="736" y="675"/>
                    <a:pt x="652" y="577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8639763" y="92498"/>
              <a:ext cx="207956" cy="207857"/>
            </a:xfrm>
            <a:custGeom>
              <a:rect b="b" l="l" r="r" t="t"/>
              <a:pathLst>
                <a:path extrusionOk="0" h="2106" w="2107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7" name="Google Shape;477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8" name="Google Shape;478;p9"/>
          <p:cNvSpPr txBox="1"/>
          <p:nvPr>
            <p:ph idx="1" type="subTitle"/>
          </p:nvPr>
        </p:nvSpPr>
        <p:spPr>
          <a:xfrm>
            <a:off x="719999" y="2528700"/>
            <a:ext cx="21513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9"/>
          <p:cNvSpPr txBox="1"/>
          <p:nvPr>
            <p:ph idx="2" type="subTitle"/>
          </p:nvPr>
        </p:nvSpPr>
        <p:spPr>
          <a:xfrm>
            <a:off x="4421773" y="2528700"/>
            <a:ext cx="21513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9"/>
          <p:cNvSpPr txBox="1"/>
          <p:nvPr>
            <p:ph idx="3" type="subTitle"/>
          </p:nvPr>
        </p:nvSpPr>
        <p:spPr>
          <a:xfrm>
            <a:off x="2570886" y="3938600"/>
            <a:ext cx="21513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1" name="Google Shape;481;p9"/>
          <p:cNvSpPr txBox="1"/>
          <p:nvPr>
            <p:ph idx="4" type="subTitle"/>
          </p:nvPr>
        </p:nvSpPr>
        <p:spPr>
          <a:xfrm>
            <a:off x="6272660" y="3938600"/>
            <a:ext cx="21513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p9"/>
          <p:cNvSpPr txBox="1"/>
          <p:nvPr>
            <p:ph idx="5" type="subTitle"/>
          </p:nvPr>
        </p:nvSpPr>
        <p:spPr>
          <a:xfrm>
            <a:off x="720000" y="2156663"/>
            <a:ext cx="2151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83" name="Google Shape;483;p9"/>
          <p:cNvSpPr txBox="1"/>
          <p:nvPr>
            <p:ph idx="6" type="subTitle"/>
          </p:nvPr>
        </p:nvSpPr>
        <p:spPr>
          <a:xfrm>
            <a:off x="2570886" y="3566600"/>
            <a:ext cx="2151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84" name="Google Shape;484;p9"/>
          <p:cNvSpPr txBox="1"/>
          <p:nvPr>
            <p:ph idx="7" type="subTitle"/>
          </p:nvPr>
        </p:nvSpPr>
        <p:spPr>
          <a:xfrm>
            <a:off x="4421773" y="2156663"/>
            <a:ext cx="2151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85" name="Google Shape;485;p9"/>
          <p:cNvSpPr txBox="1"/>
          <p:nvPr>
            <p:ph idx="8" type="subTitle"/>
          </p:nvPr>
        </p:nvSpPr>
        <p:spPr>
          <a:xfrm>
            <a:off x="6272660" y="3566600"/>
            <a:ext cx="2151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p10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488" name="Google Shape;488;p10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489" name="Google Shape;489;p10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490" name="Google Shape;490;p10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1" name="Google Shape;491;p10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2" name="Google Shape;492;p10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3" name="Google Shape;493;p10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494" name="Google Shape;494;p10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495" name="Google Shape;495;p10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6" name="Google Shape;496;p10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7" name="Google Shape;497;p10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8" name="Google Shape;498;p10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499" name="Google Shape;499;p10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500" name="Google Shape;500;p10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1" name="Google Shape;501;p10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2" name="Google Shape;502;p10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503" name="Google Shape;503;p10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504" name="Google Shape;504;p10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505" name="Google Shape;505;p10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506" name="Google Shape;506;p10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7" name="Google Shape;507;p10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8" name="Google Shape;508;p10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09" name="Google Shape;509;p10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510" name="Google Shape;510;p10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511" name="Google Shape;511;p10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12" name="Google Shape;512;p10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13" name="Google Shape;513;p10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14" name="Google Shape;514;p10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515" name="Google Shape;515;p10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516" name="Google Shape;516;p10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17" name="Google Shape;517;p10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18" name="Google Shape;518;p10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519" name="Google Shape;519;p10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520" name="Google Shape;520;p10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521" name="Google Shape;521;p10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2" name="Google Shape;522;p10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523" name="Google Shape;523;p10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524" name="Google Shape;524;p10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5" name="Google Shape;525;p10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6" name="Google Shape;526;p10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7" name="Google Shape;527;p10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528" name="Google Shape;528;p10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529" name="Google Shape;529;p10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0" name="Google Shape;530;p10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31" name="Google Shape;531;p10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sp>
        <p:nvSpPr>
          <p:cNvPr id="532" name="Google Shape;532;p10"/>
          <p:cNvSpPr txBox="1"/>
          <p:nvPr>
            <p:ph type="title"/>
          </p:nvPr>
        </p:nvSpPr>
        <p:spPr>
          <a:xfrm>
            <a:off x="1226425" y="3100300"/>
            <a:ext cx="6691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3" name="Google Shape;533;p10"/>
          <p:cNvSpPr txBox="1"/>
          <p:nvPr>
            <p:ph idx="1" type="subTitle"/>
          </p:nvPr>
        </p:nvSpPr>
        <p:spPr>
          <a:xfrm>
            <a:off x="1226400" y="1126425"/>
            <a:ext cx="66912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534" name="Google Shape;534;p10"/>
          <p:cNvGrpSpPr/>
          <p:nvPr/>
        </p:nvGrpSpPr>
        <p:grpSpPr>
          <a:xfrm>
            <a:off x="-7" y="117416"/>
            <a:ext cx="8941384" cy="4905858"/>
            <a:chOff x="-7" y="117416"/>
            <a:chExt cx="8941384" cy="4905858"/>
          </a:xfrm>
        </p:grpSpPr>
        <p:grpSp>
          <p:nvGrpSpPr>
            <p:cNvPr id="535" name="Google Shape;535;p10"/>
            <p:cNvGrpSpPr/>
            <p:nvPr/>
          </p:nvGrpSpPr>
          <p:grpSpPr>
            <a:xfrm>
              <a:off x="-7" y="4797050"/>
              <a:ext cx="1266969" cy="226224"/>
              <a:chOff x="-7" y="167200"/>
              <a:chExt cx="1266969" cy="226224"/>
            </a:xfrm>
          </p:grpSpPr>
          <p:sp>
            <p:nvSpPr>
              <p:cNvPr id="536" name="Google Shape;536;p10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rect b="b" l="l" r="r" t="t"/>
                <a:pathLst>
                  <a:path extrusionOk="0" h="251" w="6317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10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rect b="b" l="l" r="r" t="t"/>
                <a:pathLst>
                  <a:path extrusionOk="0" h="276" w="3485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38" name="Google Shape;538;p10"/>
            <p:cNvSpPr/>
            <p:nvPr/>
          </p:nvSpPr>
          <p:spPr>
            <a:xfrm>
              <a:off x="8608176" y="4514350"/>
              <a:ext cx="333201" cy="333048"/>
            </a:xfrm>
            <a:custGeom>
              <a:rect b="b" l="l" r="r" t="t"/>
              <a:pathLst>
                <a:path extrusionOk="0" h="2106" w="2107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1861082" y="117416"/>
              <a:ext cx="1074296" cy="175676"/>
            </a:xfrm>
            <a:custGeom>
              <a:rect b="b" l="l" r="r" t="t"/>
              <a:pathLst>
                <a:path extrusionOk="0" h="1029" w="6292">
                  <a:moveTo>
                    <a:pt x="126" y="1"/>
                  </a:moveTo>
                  <a:lnTo>
                    <a:pt x="0" y="126"/>
                  </a:lnTo>
                  <a:lnTo>
                    <a:pt x="502" y="702"/>
                  </a:lnTo>
                  <a:cubicBezTo>
                    <a:pt x="627" y="842"/>
                    <a:pt x="799" y="911"/>
                    <a:pt x="969" y="911"/>
                  </a:cubicBezTo>
                  <a:cubicBezTo>
                    <a:pt x="1106" y="911"/>
                    <a:pt x="1242" y="867"/>
                    <a:pt x="1354" y="778"/>
                  </a:cubicBezTo>
                  <a:lnTo>
                    <a:pt x="1830" y="351"/>
                  </a:lnTo>
                  <a:cubicBezTo>
                    <a:pt x="1905" y="276"/>
                    <a:pt x="2030" y="251"/>
                    <a:pt x="2131" y="251"/>
                  </a:cubicBezTo>
                  <a:cubicBezTo>
                    <a:pt x="2256" y="251"/>
                    <a:pt x="2356" y="301"/>
                    <a:pt x="2431" y="402"/>
                  </a:cubicBezTo>
                  <a:lnTo>
                    <a:pt x="2757" y="778"/>
                  </a:lnTo>
                  <a:cubicBezTo>
                    <a:pt x="2882" y="903"/>
                    <a:pt x="3033" y="978"/>
                    <a:pt x="3183" y="1003"/>
                  </a:cubicBezTo>
                  <a:cubicBezTo>
                    <a:pt x="3359" y="1003"/>
                    <a:pt x="3509" y="953"/>
                    <a:pt x="3634" y="828"/>
                  </a:cubicBezTo>
                  <a:lnTo>
                    <a:pt x="4035" y="477"/>
                  </a:lnTo>
                  <a:cubicBezTo>
                    <a:pt x="4136" y="402"/>
                    <a:pt x="4236" y="351"/>
                    <a:pt x="4361" y="351"/>
                  </a:cubicBezTo>
                  <a:cubicBezTo>
                    <a:pt x="4487" y="377"/>
                    <a:pt x="4587" y="427"/>
                    <a:pt x="4662" y="527"/>
                  </a:cubicBezTo>
                  <a:lnTo>
                    <a:pt x="4862" y="778"/>
                  </a:lnTo>
                  <a:cubicBezTo>
                    <a:pt x="4963" y="928"/>
                    <a:pt x="5138" y="1003"/>
                    <a:pt x="5314" y="1028"/>
                  </a:cubicBezTo>
                  <a:cubicBezTo>
                    <a:pt x="5489" y="1028"/>
                    <a:pt x="5664" y="953"/>
                    <a:pt x="5790" y="828"/>
                  </a:cubicBezTo>
                  <a:lnTo>
                    <a:pt x="6291" y="301"/>
                  </a:lnTo>
                  <a:lnTo>
                    <a:pt x="6141" y="176"/>
                  </a:lnTo>
                  <a:lnTo>
                    <a:pt x="5639" y="702"/>
                  </a:lnTo>
                  <a:cubicBezTo>
                    <a:pt x="5564" y="803"/>
                    <a:pt x="5439" y="828"/>
                    <a:pt x="5314" y="828"/>
                  </a:cubicBezTo>
                  <a:cubicBezTo>
                    <a:pt x="5188" y="828"/>
                    <a:pt x="5088" y="778"/>
                    <a:pt x="5013" y="677"/>
                  </a:cubicBezTo>
                  <a:lnTo>
                    <a:pt x="4787" y="402"/>
                  </a:lnTo>
                  <a:cubicBezTo>
                    <a:pt x="4687" y="276"/>
                    <a:pt x="4537" y="201"/>
                    <a:pt x="4361" y="176"/>
                  </a:cubicBezTo>
                  <a:cubicBezTo>
                    <a:pt x="4211" y="176"/>
                    <a:pt x="4035" y="226"/>
                    <a:pt x="3910" y="326"/>
                  </a:cubicBezTo>
                  <a:lnTo>
                    <a:pt x="3509" y="702"/>
                  </a:lnTo>
                  <a:cubicBezTo>
                    <a:pt x="3427" y="764"/>
                    <a:pt x="3344" y="809"/>
                    <a:pt x="3262" y="809"/>
                  </a:cubicBezTo>
                  <a:cubicBezTo>
                    <a:pt x="3244" y="809"/>
                    <a:pt x="3226" y="807"/>
                    <a:pt x="3208" y="803"/>
                  </a:cubicBezTo>
                  <a:cubicBezTo>
                    <a:pt x="3083" y="803"/>
                    <a:pt x="2983" y="752"/>
                    <a:pt x="2908" y="677"/>
                  </a:cubicBezTo>
                  <a:lnTo>
                    <a:pt x="2557" y="276"/>
                  </a:lnTo>
                  <a:cubicBezTo>
                    <a:pt x="2456" y="151"/>
                    <a:pt x="2306" y="76"/>
                    <a:pt x="2156" y="76"/>
                  </a:cubicBezTo>
                  <a:cubicBezTo>
                    <a:pt x="2126" y="72"/>
                    <a:pt x="2098" y="69"/>
                    <a:pt x="2070" y="69"/>
                  </a:cubicBezTo>
                  <a:cubicBezTo>
                    <a:pt x="1931" y="69"/>
                    <a:pt x="1809" y="122"/>
                    <a:pt x="1705" y="226"/>
                  </a:cubicBezTo>
                  <a:lnTo>
                    <a:pt x="1228" y="627"/>
                  </a:lnTo>
                  <a:cubicBezTo>
                    <a:pt x="1151" y="694"/>
                    <a:pt x="1058" y="726"/>
                    <a:pt x="966" y="726"/>
                  </a:cubicBezTo>
                  <a:cubicBezTo>
                    <a:pt x="851" y="726"/>
                    <a:pt x="736" y="675"/>
                    <a:pt x="652" y="577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1" name="Google Shape;541;p11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542" name="Google Shape;542;p11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543" name="Google Shape;543;p11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544" name="Google Shape;544;p11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5" name="Google Shape;545;p11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6" name="Google Shape;546;p11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7" name="Google Shape;547;p11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48" name="Google Shape;548;p11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549" name="Google Shape;549;p11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0" name="Google Shape;550;p11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1" name="Google Shape;551;p11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2" name="Google Shape;552;p11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53" name="Google Shape;553;p11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554" name="Google Shape;554;p11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5" name="Google Shape;555;p11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6" name="Google Shape;556;p11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557" name="Google Shape;557;p11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558" name="Google Shape;558;p11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559" name="Google Shape;559;p11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560" name="Google Shape;560;p11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61" name="Google Shape;561;p11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62" name="Google Shape;562;p11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63" name="Google Shape;563;p11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564" name="Google Shape;564;p11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565" name="Google Shape;565;p11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66" name="Google Shape;566;p11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67" name="Google Shape;567;p11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68" name="Google Shape;568;p11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569" name="Google Shape;569;p11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570" name="Google Shape;570;p11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1" name="Google Shape;571;p11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2" name="Google Shape;572;p11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573" name="Google Shape;573;p11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574" name="Google Shape;574;p11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575" name="Google Shape;575;p11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6" name="Google Shape;576;p11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577" name="Google Shape;577;p11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578" name="Google Shape;578;p11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79" name="Google Shape;579;p11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0" name="Google Shape;580;p11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1" name="Google Shape;581;p11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582" name="Google Shape;582;p11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583" name="Google Shape;583;p11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4" name="Google Shape;584;p11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85" name="Google Shape;585;p11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sp>
        <p:nvSpPr>
          <p:cNvPr id="586" name="Google Shape;586;p11"/>
          <p:cNvSpPr txBox="1"/>
          <p:nvPr>
            <p:ph type="title"/>
          </p:nvPr>
        </p:nvSpPr>
        <p:spPr>
          <a:xfrm>
            <a:off x="720000" y="1092013"/>
            <a:ext cx="3519600" cy="18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87" name="Google Shape;587;p11"/>
          <p:cNvSpPr txBox="1"/>
          <p:nvPr>
            <p:ph idx="1" type="subTitle"/>
          </p:nvPr>
        </p:nvSpPr>
        <p:spPr>
          <a:xfrm>
            <a:off x="720000" y="2935188"/>
            <a:ext cx="3519600" cy="1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8" name="Google Shape;588;p11"/>
          <p:cNvSpPr/>
          <p:nvPr>
            <p:ph idx="2" type="pic"/>
          </p:nvPr>
        </p:nvSpPr>
        <p:spPr>
          <a:xfrm>
            <a:off x="5520775" y="533863"/>
            <a:ext cx="2910000" cy="4075800"/>
          </a:xfrm>
          <a:prstGeom prst="roundRect">
            <a:avLst>
              <a:gd fmla="val 6529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589" name="Google Shape;589;p11"/>
          <p:cNvGrpSpPr/>
          <p:nvPr/>
        </p:nvGrpSpPr>
        <p:grpSpPr>
          <a:xfrm>
            <a:off x="-7" y="167200"/>
            <a:ext cx="8952587" cy="4867172"/>
            <a:chOff x="-7" y="167200"/>
            <a:chExt cx="8952587" cy="4867172"/>
          </a:xfrm>
        </p:grpSpPr>
        <p:grpSp>
          <p:nvGrpSpPr>
            <p:cNvPr id="590" name="Google Shape;590;p11"/>
            <p:cNvGrpSpPr/>
            <p:nvPr/>
          </p:nvGrpSpPr>
          <p:grpSpPr>
            <a:xfrm>
              <a:off x="-7" y="167200"/>
              <a:ext cx="1266969" cy="226224"/>
              <a:chOff x="-7" y="167200"/>
              <a:chExt cx="1266969" cy="226224"/>
            </a:xfrm>
          </p:grpSpPr>
          <p:sp>
            <p:nvSpPr>
              <p:cNvPr id="591" name="Google Shape;591;p11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rect b="b" l="l" r="r" t="t"/>
                <a:pathLst>
                  <a:path extrusionOk="0" h="251" w="6317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11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rect b="b" l="l" r="r" t="t"/>
                <a:pathLst>
                  <a:path extrusionOk="0" h="276" w="3485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3" name="Google Shape;593;p11"/>
            <p:cNvGrpSpPr/>
            <p:nvPr/>
          </p:nvGrpSpPr>
          <p:grpSpPr>
            <a:xfrm>
              <a:off x="4890282" y="4643609"/>
              <a:ext cx="4062298" cy="390763"/>
              <a:chOff x="4890282" y="4643609"/>
              <a:chExt cx="4062298" cy="390763"/>
            </a:xfrm>
          </p:grpSpPr>
          <p:sp>
            <p:nvSpPr>
              <p:cNvPr id="594" name="Google Shape;594;p11"/>
              <p:cNvSpPr/>
              <p:nvPr/>
            </p:nvSpPr>
            <p:spPr>
              <a:xfrm>
                <a:off x="8561631" y="4643609"/>
                <a:ext cx="390949" cy="390763"/>
              </a:xfrm>
              <a:custGeom>
                <a:rect b="b" l="l" r="r" t="t"/>
                <a:pathLst>
                  <a:path extrusionOk="0" h="2106" w="2107">
                    <a:moveTo>
                      <a:pt x="1053" y="426"/>
                    </a:moveTo>
                    <a:cubicBezTo>
                      <a:pt x="1404" y="426"/>
                      <a:pt x="1680" y="702"/>
                      <a:pt x="1680" y="1053"/>
                    </a:cubicBezTo>
                    <a:cubicBezTo>
                      <a:pt x="1680" y="1404"/>
                      <a:pt x="1404" y="1704"/>
                      <a:pt x="1053" y="1704"/>
                    </a:cubicBezTo>
                    <a:cubicBezTo>
                      <a:pt x="703" y="1704"/>
                      <a:pt x="427" y="1404"/>
                      <a:pt x="427" y="1053"/>
                    </a:cubicBezTo>
                    <a:cubicBezTo>
                      <a:pt x="427" y="702"/>
                      <a:pt x="703" y="426"/>
                      <a:pt x="1053" y="426"/>
                    </a:cubicBezTo>
                    <a:close/>
                    <a:moveTo>
                      <a:pt x="1053" y="0"/>
                    </a:moveTo>
                    <a:cubicBezTo>
                      <a:pt x="477" y="0"/>
                      <a:pt x="1" y="476"/>
                      <a:pt x="1" y="1053"/>
                    </a:cubicBezTo>
                    <a:cubicBezTo>
                      <a:pt x="1" y="1629"/>
                      <a:pt x="477" y="2105"/>
                      <a:pt x="1053" y="2105"/>
                    </a:cubicBezTo>
                    <a:cubicBezTo>
                      <a:pt x="1630" y="2105"/>
                      <a:pt x="2106" y="1629"/>
                      <a:pt x="2106" y="1053"/>
                    </a:cubicBezTo>
                    <a:cubicBezTo>
                      <a:pt x="2106" y="476"/>
                      <a:pt x="1630" y="0"/>
                      <a:pt x="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11"/>
              <p:cNvSpPr/>
              <p:nvPr/>
            </p:nvSpPr>
            <p:spPr>
              <a:xfrm>
                <a:off x="4890282" y="4751143"/>
                <a:ext cx="1074296" cy="175676"/>
              </a:xfrm>
              <a:custGeom>
                <a:rect b="b" l="l" r="r" t="t"/>
                <a:pathLst>
                  <a:path extrusionOk="0" h="1029" w="6292">
                    <a:moveTo>
                      <a:pt x="126" y="1"/>
                    </a:moveTo>
                    <a:lnTo>
                      <a:pt x="0" y="126"/>
                    </a:lnTo>
                    <a:lnTo>
                      <a:pt x="502" y="702"/>
                    </a:lnTo>
                    <a:cubicBezTo>
                      <a:pt x="627" y="842"/>
                      <a:pt x="799" y="911"/>
                      <a:pt x="969" y="911"/>
                    </a:cubicBezTo>
                    <a:cubicBezTo>
                      <a:pt x="1106" y="911"/>
                      <a:pt x="1242" y="867"/>
                      <a:pt x="1354" y="778"/>
                    </a:cubicBezTo>
                    <a:lnTo>
                      <a:pt x="1830" y="351"/>
                    </a:lnTo>
                    <a:cubicBezTo>
                      <a:pt x="1905" y="276"/>
                      <a:pt x="2030" y="251"/>
                      <a:pt x="2131" y="251"/>
                    </a:cubicBezTo>
                    <a:cubicBezTo>
                      <a:pt x="2256" y="251"/>
                      <a:pt x="2356" y="301"/>
                      <a:pt x="2431" y="402"/>
                    </a:cubicBezTo>
                    <a:lnTo>
                      <a:pt x="2757" y="778"/>
                    </a:lnTo>
                    <a:cubicBezTo>
                      <a:pt x="2882" y="903"/>
                      <a:pt x="3033" y="978"/>
                      <a:pt x="3183" y="1003"/>
                    </a:cubicBezTo>
                    <a:cubicBezTo>
                      <a:pt x="3359" y="1003"/>
                      <a:pt x="3509" y="953"/>
                      <a:pt x="3634" y="828"/>
                    </a:cubicBezTo>
                    <a:lnTo>
                      <a:pt x="4035" y="477"/>
                    </a:lnTo>
                    <a:cubicBezTo>
                      <a:pt x="4136" y="402"/>
                      <a:pt x="4236" y="351"/>
                      <a:pt x="4361" y="351"/>
                    </a:cubicBezTo>
                    <a:cubicBezTo>
                      <a:pt x="4487" y="377"/>
                      <a:pt x="4587" y="427"/>
                      <a:pt x="4662" y="527"/>
                    </a:cubicBezTo>
                    <a:lnTo>
                      <a:pt x="4862" y="778"/>
                    </a:lnTo>
                    <a:cubicBezTo>
                      <a:pt x="4963" y="928"/>
                      <a:pt x="5138" y="1003"/>
                      <a:pt x="5314" y="1028"/>
                    </a:cubicBezTo>
                    <a:cubicBezTo>
                      <a:pt x="5489" y="1028"/>
                      <a:pt x="5664" y="953"/>
                      <a:pt x="5790" y="828"/>
                    </a:cubicBezTo>
                    <a:lnTo>
                      <a:pt x="6291" y="301"/>
                    </a:lnTo>
                    <a:lnTo>
                      <a:pt x="6141" y="176"/>
                    </a:lnTo>
                    <a:lnTo>
                      <a:pt x="5639" y="702"/>
                    </a:lnTo>
                    <a:cubicBezTo>
                      <a:pt x="5564" y="803"/>
                      <a:pt x="5439" y="828"/>
                      <a:pt x="5314" y="828"/>
                    </a:cubicBezTo>
                    <a:cubicBezTo>
                      <a:pt x="5188" y="828"/>
                      <a:pt x="5088" y="778"/>
                      <a:pt x="5013" y="677"/>
                    </a:cubicBezTo>
                    <a:lnTo>
                      <a:pt x="4787" y="402"/>
                    </a:lnTo>
                    <a:cubicBezTo>
                      <a:pt x="4687" y="276"/>
                      <a:pt x="4537" y="201"/>
                      <a:pt x="4361" y="176"/>
                    </a:cubicBezTo>
                    <a:cubicBezTo>
                      <a:pt x="4211" y="176"/>
                      <a:pt x="4035" y="226"/>
                      <a:pt x="3910" y="326"/>
                    </a:cubicBezTo>
                    <a:lnTo>
                      <a:pt x="3509" y="702"/>
                    </a:lnTo>
                    <a:cubicBezTo>
                      <a:pt x="3427" y="764"/>
                      <a:pt x="3344" y="809"/>
                      <a:pt x="3262" y="809"/>
                    </a:cubicBezTo>
                    <a:cubicBezTo>
                      <a:pt x="3244" y="809"/>
                      <a:pt x="3226" y="807"/>
                      <a:pt x="3208" y="803"/>
                    </a:cubicBezTo>
                    <a:cubicBezTo>
                      <a:pt x="3083" y="803"/>
                      <a:pt x="2983" y="752"/>
                      <a:pt x="2908" y="677"/>
                    </a:cubicBezTo>
                    <a:lnTo>
                      <a:pt x="2557" y="276"/>
                    </a:lnTo>
                    <a:cubicBezTo>
                      <a:pt x="2456" y="151"/>
                      <a:pt x="2306" y="76"/>
                      <a:pt x="2156" y="76"/>
                    </a:cubicBezTo>
                    <a:cubicBezTo>
                      <a:pt x="2126" y="72"/>
                      <a:pt x="2098" y="69"/>
                      <a:pt x="2070" y="69"/>
                    </a:cubicBezTo>
                    <a:cubicBezTo>
                      <a:pt x="1931" y="69"/>
                      <a:pt x="1809" y="122"/>
                      <a:pt x="1705" y="226"/>
                    </a:cubicBezTo>
                    <a:lnTo>
                      <a:pt x="1228" y="627"/>
                    </a:lnTo>
                    <a:cubicBezTo>
                      <a:pt x="1151" y="694"/>
                      <a:pt x="1058" y="726"/>
                      <a:pt x="966" y="726"/>
                    </a:cubicBezTo>
                    <a:cubicBezTo>
                      <a:pt x="851" y="726"/>
                      <a:pt x="736" y="675"/>
                      <a:pt x="652" y="577"/>
                    </a:cubicBezTo>
                    <a:lnTo>
                      <a:pt x="1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7" name="Google Shape;597;p12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598" name="Google Shape;598;p12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599" name="Google Shape;599;p12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600" name="Google Shape;600;p12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1" name="Google Shape;601;p12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2" name="Google Shape;602;p12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3" name="Google Shape;603;p12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04" name="Google Shape;604;p12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605" name="Google Shape;605;p12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6" name="Google Shape;606;p12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7" name="Google Shape;607;p12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8" name="Google Shape;608;p12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09" name="Google Shape;609;p12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610" name="Google Shape;610;p12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11" name="Google Shape;611;p12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12" name="Google Shape;612;p12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613" name="Google Shape;613;p12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614" name="Google Shape;614;p12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615" name="Google Shape;615;p12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616" name="Google Shape;616;p1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7" name="Google Shape;617;p1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8" name="Google Shape;618;p1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19" name="Google Shape;619;p1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620" name="Google Shape;620;p12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621" name="Google Shape;621;p1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22" name="Google Shape;622;p1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23" name="Google Shape;623;p1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24" name="Google Shape;624;p1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625" name="Google Shape;625;p12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626" name="Google Shape;626;p1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27" name="Google Shape;627;p1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28" name="Google Shape;628;p1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629" name="Google Shape;629;p12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630" name="Google Shape;630;p12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631" name="Google Shape;631;p1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2" name="Google Shape;632;p1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633" name="Google Shape;633;p12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634" name="Google Shape;634;p1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5" name="Google Shape;635;p1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6" name="Google Shape;636;p1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37" name="Google Shape;637;p1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638" name="Google Shape;638;p12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639" name="Google Shape;639;p1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40" name="Google Shape;640;p1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41" name="Google Shape;641;p1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sp>
        <p:nvSpPr>
          <p:cNvPr id="642" name="Google Shape;642;p12"/>
          <p:cNvSpPr txBox="1"/>
          <p:nvPr>
            <p:ph hasCustomPrompt="1" type="title"/>
          </p:nvPr>
        </p:nvSpPr>
        <p:spPr>
          <a:xfrm>
            <a:off x="1698300" y="1784350"/>
            <a:ext cx="57474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>
            <a:r>
              <a:t>xx%</a:t>
            </a:r>
          </a:p>
        </p:txBody>
      </p:sp>
      <p:sp>
        <p:nvSpPr>
          <p:cNvPr id="643" name="Google Shape;643;p12"/>
          <p:cNvSpPr txBox="1"/>
          <p:nvPr>
            <p:ph idx="1" type="subTitle"/>
          </p:nvPr>
        </p:nvSpPr>
        <p:spPr>
          <a:xfrm>
            <a:off x="1698300" y="2999350"/>
            <a:ext cx="5747400" cy="49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644" name="Google Shape;644;p12"/>
          <p:cNvGrpSpPr/>
          <p:nvPr/>
        </p:nvGrpSpPr>
        <p:grpSpPr>
          <a:xfrm>
            <a:off x="141641" y="92498"/>
            <a:ext cx="8827867" cy="4945087"/>
            <a:chOff x="141641" y="92498"/>
            <a:chExt cx="8827867" cy="4945087"/>
          </a:xfrm>
        </p:grpSpPr>
        <p:grpSp>
          <p:nvGrpSpPr>
            <p:cNvPr id="645" name="Google Shape;645;p12"/>
            <p:cNvGrpSpPr/>
            <p:nvPr/>
          </p:nvGrpSpPr>
          <p:grpSpPr>
            <a:xfrm>
              <a:off x="8918459" y="243592"/>
              <a:ext cx="51049" cy="774143"/>
              <a:chOff x="8211712" y="2037146"/>
              <a:chExt cx="34742" cy="526951"/>
            </a:xfrm>
          </p:grpSpPr>
          <p:sp>
            <p:nvSpPr>
              <p:cNvPr id="646" name="Google Shape;646;p12"/>
              <p:cNvSpPr/>
              <p:nvPr/>
            </p:nvSpPr>
            <p:spPr>
              <a:xfrm>
                <a:off x="8211712" y="2037146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0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12"/>
              <p:cNvSpPr/>
              <p:nvPr/>
            </p:nvSpPr>
            <p:spPr>
              <a:xfrm>
                <a:off x="8211712" y="2116302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0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12"/>
              <p:cNvSpPr/>
              <p:nvPr/>
            </p:nvSpPr>
            <p:spPr>
              <a:xfrm>
                <a:off x="8211712" y="2195458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1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12"/>
              <p:cNvSpPr/>
              <p:nvPr/>
            </p:nvSpPr>
            <p:spPr>
              <a:xfrm>
                <a:off x="8211712" y="2274614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1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12"/>
              <p:cNvSpPr/>
              <p:nvPr/>
            </p:nvSpPr>
            <p:spPr>
              <a:xfrm>
                <a:off x="8211712" y="2353770"/>
                <a:ext cx="34742" cy="52014"/>
              </a:xfrm>
              <a:custGeom>
                <a:rect b="b" l="l" r="r" t="t"/>
                <a:pathLst>
                  <a:path extrusionOk="0" h="527" w="352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12"/>
              <p:cNvSpPr/>
              <p:nvPr/>
            </p:nvSpPr>
            <p:spPr>
              <a:xfrm>
                <a:off x="8211712" y="2432927"/>
                <a:ext cx="34742" cy="52014"/>
              </a:xfrm>
              <a:custGeom>
                <a:rect b="b" l="l" r="r" t="t"/>
                <a:pathLst>
                  <a:path extrusionOk="0" h="527" w="352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12"/>
              <p:cNvSpPr/>
              <p:nvPr/>
            </p:nvSpPr>
            <p:spPr>
              <a:xfrm>
                <a:off x="8211712" y="2512083"/>
                <a:ext cx="34742" cy="52014"/>
              </a:xfrm>
              <a:custGeom>
                <a:rect b="b" l="l" r="r" t="t"/>
                <a:pathLst>
                  <a:path extrusionOk="0" h="527" w="352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3" name="Google Shape;653;p12"/>
            <p:cNvGrpSpPr/>
            <p:nvPr/>
          </p:nvGrpSpPr>
          <p:grpSpPr>
            <a:xfrm>
              <a:off x="173907" y="4750539"/>
              <a:ext cx="291257" cy="287046"/>
              <a:chOff x="5456048" y="1794743"/>
              <a:chExt cx="178248" cy="175682"/>
            </a:xfrm>
          </p:grpSpPr>
          <p:sp>
            <p:nvSpPr>
              <p:cNvPr id="654" name="Google Shape;654;p12"/>
              <p:cNvSpPr/>
              <p:nvPr/>
            </p:nvSpPr>
            <p:spPr>
              <a:xfrm>
                <a:off x="5456048" y="1794743"/>
                <a:ext cx="178248" cy="175682"/>
              </a:xfrm>
              <a:custGeom>
                <a:rect b="b" l="l" r="r" t="t"/>
                <a:pathLst>
                  <a:path extrusionOk="0" h="1780" w="1806">
                    <a:moveTo>
                      <a:pt x="277" y="0"/>
                    </a:moveTo>
                    <a:lnTo>
                      <a:pt x="1" y="276"/>
                    </a:lnTo>
                    <a:lnTo>
                      <a:pt x="1530" y="1780"/>
                    </a:lnTo>
                    <a:lnTo>
                      <a:pt x="1805" y="1504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12"/>
              <p:cNvSpPr/>
              <p:nvPr/>
            </p:nvSpPr>
            <p:spPr>
              <a:xfrm>
                <a:off x="5456048" y="1794743"/>
                <a:ext cx="178248" cy="175682"/>
              </a:xfrm>
              <a:custGeom>
                <a:rect b="b" l="l" r="r" t="t"/>
                <a:pathLst>
                  <a:path extrusionOk="0" h="1780" w="1806">
                    <a:moveTo>
                      <a:pt x="1505" y="0"/>
                    </a:moveTo>
                    <a:lnTo>
                      <a:pt x="1" y="1504"/>
                    </a:lnTo>
                    <a:lnTo>
                      <a:pt x="302" y="1780"/>
                    </a:lnTo>
                    <a:lnTo>
                      <a:pt x="1805" y="276"/>
                    </a:lnTo>
                    <a:lnTo>
                      <a:pt x="15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6" name="Google Shape;656;p12"/>
            <p:cNvSpPr/>
            <p:nvPr/>
          </p:nvSpPr>
          <p:spPr>
            <a:xfrm rot="-123321">
              <a:off x="144300" y="113150"/>
              <a:ext cx="1018402" cy="166548"/>
            </a:xfrm>
            <a:custGeom>
              <a:rect b="b" l="l" r="r" t="t"/>
              <a:pathLst>
                <a:path extrusionOk="0" h="1029" w="6292">
                  <a:moveTo>
                    <a:pt x="126" y="1"/>
                  </a:moveTo>
                  <a:lnTo>
                    <a:pt x="0" y="126"/>
                  </a:lnTo>
                  <a:lnTo>
                    <a:pt x="502" y="702"/>
                  </a:lnTo>
                  <a:cubicBezTo>
                    <a:pt x="627" y="842"/>
                    <a:pt x="799" y="911"/>
                    <a:pt x="969" y="911"/>
                  </a:cubicBezTo>
                  <a:cubicBezTo>
                    <a:pt x="1106" y="911"/>
                    <a:pt x="1242" y="867"/>
                    <a:pt x="1354" y="778"/>
                  </a:cubicBezTo>
                  <a:lnTo>
                    <a:pt x="1830" y="351"/>
                  </a:lnTo>
                  <a:cubicBezTo>
                    <a:pt x="1905" y="276"/>
                    <a:pt x="2030" y="251"/>
                    <a:pt x="2131" y="251"/>
                  </a:cubicBezTo>
                  <a:cubicBezTo>
                    <a:pt x="2256" y="251"/>
                    <a:pt x="2356" y="301"/>
                    <a:pt x="2431" y="402"/>
                  </a:cubicBezTo>
                  <a:lnTo>
                    <a:pt x="2757" y="778"/>
                  </a:lnTo>
                  <a:cubicBezTo>
                    <a:pt x="2882" y="903"/>
                    <a:pt x="3033" y="978"/>
                    <a:pt x="3183" y="1003"/>
                  </a:cubicBezTo>
                  <a:cubicBezTo>
                    <a:pt x="3359" y="1003"/>
                    <a:pt x="3509" y="953"/>
                    <a:pt x="3634" y="828"/>
                  </a:cubicBezTo>
                  <a:lnTo>
                    <a:pt x="4035" y="477"/>
                  </a:lnTo>
                  <a:cubicBezTo>
                    <a:pt x="4136" y="402"/>
                    <a:pt x="4236" y="351"/>
                    <a:pt x="4361" y="351"/>
                  </a:cubicBezTo>
                  <a:cubicBezTo>
                    <a:pt x="4487" y="377"/>
                    <a:pt x="4587" y="427"/>
                    <a:pt x="4662" y="527"/>
                  </a:cubicBezTo>
                  <a:lnTo>
                    <a:pt x="4862" y="778"/>
                  </a:lnTo>
                  <a:cubicBezTo>
                    <a:pt x="4963" y="928"/>
                    <a:pt x="5138" y="1003"/>
                    <a:pt x="5314" y="1028"/>
                  </a:cubicBezTo>
                  <a:cubicBezTo>
                    <a:pt x="5489" y="1028"/>
                    <a:pt x="5664" y="953"/>
                    <a:pt x="5790" y="828"/>
                  </a:cubicBezTo>
                  <a:lnTo>
                    <a:pt x="6291" y="301"/>
                  </a:lnTo>
                  <a:lnTo>
                    <a:pt x="6141" y="176"/>
                  </a:lnTo>
                  <a:lnTo>
                    <a:pt x="5639" y="702"/>
                  </a:lnTo>
                  <a:cubicBezTo>
                    <a:pt x="5564" y="803"/>
                    <a:pt x="5439" y="828"/>
                    <a:pt x="5314" y="828"/>
                  </a:cubicBezTo>
                  <a:cubicBezTo>
                    <a:pt x="5188" y="828"/>
                    <a:pt x="5088" y="778"/>
                    <a:pt x="5013" y="677"/>
                  </a:cubicBezTo>
                  <a:lnTo>
                    <a:pt x="4787" y="402"/>
                  </a:lnTo>
                  <a:cubicBezTo>
                    <a:pt x="4687" y="276"/>
                    <a:pt x="4537" y="201"/>
                    <a:pt x="4361" y="176"/>
                  </a:cubicBezTo>
                  <a:cubicBezTo>
                    <a:pt x="4211" y="176"/>
                    <a:pt x="4035" y="226"/>
                    <a:pt x="3910" y="326"/>
                  </a:cubicBezTo>
                  <a:lnTo>
                    <a:pt x="3509" y="702"/>
                  </a:lnTo>
                  <a:cubicBezTo>
                    <a:pt x="3427" y="764"/>
                    <a:pt x="3344" y="809"/>
                    <a:pt x="3262" y="809"/>
                  </a:cubicBezTo>
                  <a:cubicBezTo>
                    <a:pt x="3244" y="809"/>
                    <a:pt x="3226" y="807"/>
                    <a:pt x="3208" y="803"/>
                  </a:cubicBezTo>
                  <a:cubicBezTo>
                    <a:pt x="3083" y="803"/>
                    <a:pt x="2983" y="752"/>
                    <a:pt x="2908" y="677"/>
                  </a:cubicBezTo>
                  <a:lnTo>
                    <a:pt x="2557" y="276"/>
                  </a:lnTo>
                  <a:cubicBezTo>
                    <a:pt x="2456" y="151"/>
                    <a:pt x="2306" y="76"/>
                    <a:pt x="2156" y="76"/>
                  </a:cubicBezTo>
                  <a:cubicBezTo>
                    <a:pt x="2126" y="72"/>
                    <a:pt x="2098" y="69"/>
                    <a:pt x="2070" y="69"/>
                  </a:cubicBezTo>
                  <a:cubicBezTo>
                    <a:pt x="1931" y="69"/>
                    <a:pt x="1809" y="122"/>
                    <a:pt x="1705" y="226"/>
                  </a:cubicBezTo>
                  <a:lnTo>
                    <a:pt x="1228" y="627"/>
                  </a:lnTo>
                  <a:cubicBezTo>
                    <a:pt x="1151" y="694"/>
                    <a:pt x="1058" y="726"/>
                    <a:pt x="966" y="726"/>
                  </a:cubicBezTo>
                  <a:cubicBezTo>
                    <a:pt x="851" y="726"/>
                    <a:pt x="736" y="675"/>
                    <a:pt x="652" y="577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2"/>
            <p:cNvSpPr/>
            <p:nvPr/>
          </p:nvSpPr>
          <p:spPr>
            <a:xfrm>
              <a:off x="8639763" y="92498"/>
              <a:ext cx="207956" cy="207857"/>
            </a:xfrm>
            <a:custGeom>
              <a:rect b="b" l="l" r="r" t="t"/>
              <a:pathLst>
                <a:path extrusionOk="0" h="2106" w="2107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9" name="Google Shape;659;p13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660" name="Google Shape;660;p13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661" name="Google Shape;661;p13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662" name="Google Shape;662;p13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63" name="Google Shape;663;p13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64" name="Google Shape;664;p13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65" name="Google Shape;665;p13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66" name="Google Shape;666;p13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667" name="Google Shape;667;p13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68" name="Google Shape;668;p13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69" name="Google Shape;669;p13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70" name="Google Shape;670;p13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71" name="Google Shape;671;p13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672" name="Google Shape;672;p13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73" name="Google Shape;673;p13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74" name="Google Shape;674;p13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675" name="Google Shape;675;p13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676" name="Google Shape;676;p13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677" name="Google Shape;677;p13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678" name="Google Shape;678;p1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79" name="Google Shape;679;p1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80" name="Google Shape;680;p1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81" name="Google Shape;681;p1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682" name="Google Shape;682;p13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683" name="Google Shape;683;p1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84" name="Google Shape;684;p1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85" name="Google Shape;685;p1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86" name="Google Shape;686;p1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687" name="Google Shape;687;p13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688" name="Google Shape;688;p1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89" name="Google Shape;689;p1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90" name="Google Shape;690;p1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691" name="Google Shape;691;p13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692" name="Google Shape;692;p13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693" name="Google Shape;693;p1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94" name="Google Shape;694;p1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695" name="Google Shape;695;p13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696" name="Google Shape;696;p1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97" name="Google Shape;697;p1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98" name="Google Shape;698;p1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99" name="Google Shape;699;p1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00" name="Google Shape;700;p13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701" name="Google Shape;701;p1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02" name="Google Shape;702;p1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03" name="Google Shape;703;p1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grpSp>
        <p:nvGrpSpPr>
          <p:cNvPr id="704" name="Google Shape;704;p13"/>
          <p:cNvGrpSpPr/>
          <p:nvPr/>
        </p:nvGrpSpPr>
        <p:grpSpPr>
          <a:xfrm flipH="1">
            <a:off x="191418" y="167200"/>
            <a:ext cx="8952587" cy="4867172"/>
            <a:chOff x="-7" y="167200"/>
            <a:chExt cx="8952587" cy="4867172"/>
          </a:xfrm>
        </p:grpSpPr>
        <p:grpSp>
          <p:nvGrpSpPr>
            <p:cNvPr id="705" name="Google Shape;705;p13"/>
            <p:cNvGrpSpPr/>
            <p:nvPr/>
          </p:nvGrpSpPr>
          <p:grpSpPr>
            <a:xfrm>
              <a:off x="7519182" y="4467918"/>
              <a:ext cx="1433398" cy="566454"/>
              <a:chOff x="7519182" y="4467918"/>
              <a:chExt cx="1433398" cy="566454"/>
            </a:xfrm>
          </p:grpSpPr>
          <p:sp>
            <p:nvSpPr>
              <p:cNvPr id="706" name="Google Shape;706;p13"/>
              <p:cNvSpPr/>
              <p:nvPr/>
            </p:nvSpPr>
            <p:spPr>
              <a:xfrm>
                <a:off x="8561631" y="4643609"/>
                <a:ext cx="390949" cy="390763"/>
              </a:xfrm>
              <a:custGeom>
                <a:rect b="b" l="l" r="r" t="t"/>
                <a:pathLst>
                  <a:path extrusionOk="0" h="2106" w="2107">
                    <a:moveTo>
                      <a:pt x="1053" y="426"/>
                    </a:moveTo>
                    <a:cubicBezTo>
                      <a:pt x="1404" y="426"/>
                      <a:pt x="1680" y="702"/>
                      <a:pt x="1680" y="1053"/>
                    </a:cubicBezTo>
                    <a:cubicBezTo>
                      <a:pt x="1680" y="1404"/>
                      <a:pt x="1404" y="1704"/>
                      <a:pt x="1053" y="1704"/>
                    </a:cubicBezTo>
                    <a:cubicBezTo>
                      <a:pt x="703" y="1704"/>
                      <a:pt x="427" y="1404"/>
                      <a:pt x="427" y="1053"/>
                    </a:cubicBezTo>
                    <a:cubicBezTo>
                      <a:pt x="427" y="702"/>
                      <a:pt x="703" y="426"/>
                      <a:pt x="1053" y="426"/>
                    </a:cubicBezTo>
                    <a:close/>
                    <a:moveTo>
                      <a:pt x="1053" y="0"/>
                    </a:moveTo>
                    <a:cubicBezTo>
                      <a:pt x="477" y="0"/>
                      <a:pt x="1" y="476"/>
                      <a:pt x="1" y="1053"/>
                    </a:cubicBezTo>
                    <a:cubicBezTo>
                      <a:pt x="1" y="1629"/>
                      <a:pt x="477" y="2105"/>
                      <a:pt x="1053" y="2105"/>
                    </a:cubicBezTo>
                    <a:cubicBezTo>
                      <a:pt x="1630" y="2105"/>
                      <a:pt x="2106" y="1629"/>
                      <a:pt x="2106" y="1053"/>
                    </a:cubicBezTo>
                    <a:cubicBezTo>
                      <a:pt x="2106" y="476"/>
                      <a:pt x="1630" y="0"/>
                      <a:pt x="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13"/>
              <p:cNvSpPr/>
              <p:nvPr/>
            </p:nvSpPr>
            <p:spPr>
              <a:xfrm>
                <a:off x="7519182" y="4467918"/>
                <a:ext cx="1074296" cy="175676"/>
              </a:xfrm>
              <a:custGeom>
                <a:rect b="b" l="l" r="r" t="t"/>
                <a:pathLst>
                  <a:path extrusionOk="0" h="1029" w="6292">
                    <a:moveTo>
                      <a:pt x="126" y="1"/>
                    </a:moveTo>
                    <a:lnTo>
                      <a:pt x="0" y="126"/>
                    </a:lnTo>
                    <a:lnTo>
                      <a:pt x="502" y="702"/>
                    </a:lnTo>
                    <a:cubicBezTo>
                      <a:pt x="627" y="842"/>
                      <a:pt x="799" y="911"/>
                      <a:pt x="969" y="911"/>
                    </a:cubicBezTo>
                    <a:cubicBezTo>
                      <a:pt x="1106" y="911"/>
                      <a:pt x="1242" y="867"/>
                      <a:pt x="1354" y="778"/>
                    </a:cubicBezTo>
                    <a:lnTo>
                      <a:pt x="1830" y="351"/>
                    </a:lnTo>
                    <a:cubicBezTo>
                      <a:pt x="1905" y="276"/>
                      <a:pt x="2030" y="251"/>
                      <a:pt x="2131" y="251"/>
                    </a:cubicBezTo>
                    <a:cubicBezTo>
                      <a:pt x="2256" y="251"/>
                      <a:pt x="2356" y="301"/>
                      <a:pt x="2431" y="402"/>
                    </a:cubicBezTo>
                    <a:lnTo>
                      <a:pt x="2757" y="778"/>
                    </a:lnTo>
                    <a:cubicBezTo>
                      <a:pt x="2882" y="903"/>
                      <a:pt x="3033" y="978"/>
                      <a:pt x="3183" y="1003"/>
                    </a:cubicBezTo>
                    <a:cubicBezTo>
                      <a:pt x="3359" y="1003"/>
                      <a:pt x="3509" y="953"/>
                      <a:pt x="3634" y="828"/>
                    </a:cubicBezTo>
                    <a:lnTo>
                      <a:pt x="4035" y="477"/>
                    </a:lnTo>
                    <a:cubicBezTo>
                      <a:pt x="4136" y="402"/>
                      <a:pt x="4236" y="351"/>
                      <a:pt x="4361" y="351"/>
                    </a:cubicBezTo>
                    <a:cubicBezTo>
                      <a:pt x="4487" y="377"/>
                      <a:pt x="4587" y="427"/>
                      <a:pt x="4662" y="527"/>
                    </a:cubicBezTo>
                    <a:lnTo>
                      <a:pt x="4862" y="778"/>
                    </a:lnTo>
                    <a:cubicBezTo>
                      <a:pt x="4963" y="928"/>
                      <a:pt x="5138" y="1003"/>
                      <a:pt x="5314" y="1028"/>
                    </a:cubicBezTo>
                    <a:cubicBezTo>
                      <a:pt x="5489" y="1028"/>
                      <a:pt x="5664" y="953"/>
                      <a:pt x="5790" y="828"/>
                    </a:cubicBezTo>
                    <a:lnTo>
                      <a:pt x="6291" y="301"/>
                    </a:lnTo>
                    <a:lnTo>
                      <a:pt x="6141" y="176"/>
                    </a:lnTo>
                    <a:lnTo>
                      <a:pt x="5639" y="702"/>
                    </a:lnTo>
                    <a:cubicBezTo>
                      <a:pt x="5564" y="803"/>
                      <a:pt x="5439" y="828"/>
                      <a:pt x="5314" y="828"/>
                    </a:cubicBezTo>
                    <a:cubicBezTo>
                      <a:pt x="5188" y="828"/>
                      <a:pt x="5088" y="778"/>
                      <a:pt x="5013" y="677"/>
                    </a:cubicBezTo>
                    <a:lnTo>
                      <a:pt x="4787" y="402"/>
                    </a:lnTo>
                    <a:cubicBezTo>
                      <a:pt x="4687" y="276"/>
                      <a:pt x="4537" y="201"/>
                      <a:pt x="4361" y="176"/>
                    </a:cubicBezTo>
                    <a:cubicBezTo>
                      <a:pt x="4211" y="176"/>
                      <a:pt x="4035" y="226"/>
                      <a:pt x="3910" y="326"/>
                    </a:cubicBezTo>
                    <a:lnTo>
                      <a:pt x="3509" y="702"/>
                    </a:lnTo>
                    <a:cubicBezTo>
                      <a:pt x="3427" y="764"/>
                      <a:pt x="3344" y="809"/>
                      <a:pt x="3262" y="809"/>
                    </a:cubicBezTo>
                    <a:cubicBezTo>
                      <a:pt x="3244" y="809"/>
                      <a:pt x="3226" y="807"/>
                      <a:pt x="3208" y="803"/>
                    </a:cubicBezTo>
                    <a:cubicBezTo>
                      <a:pt x="3083" y="803"/>
                      <a:pt x="2983" y="752"/>
                      <a:pt x="2908" y="677"/>
                    </a:cubicBezTo>
                    <a:lnTo>
                      <a:pt x="2557" y="276"/>
                    </a:lnTo>
                    <a:cubicBezTo>
                      <a:pt x="2456" y="151"/>
                      <a:pt x="2306" y="76"/>
                      <a:pt x="2156" y="76"/>
                    </a:cubicBezTo>
                    <a:cubicBezTo>
                      <a:pt x="2126" y="72"/>
                      <a:pt x="2098" y="69"/>
                      <a:pt x="2070" y="69"/>
                    </a:cubicBezTo>
                    <a:cubicBezTo>
                      <a:pt x="1931" y="69"/>
                      <a:pt x="1809" y="122"/>
                      <a:pt x="1705" y="226"/>
                    </a:cubicBezTo>
                    <a:lnTo>
                      <a:pt x="1228" y="627"/>
                    </a:lnTo>
                    <a:cubicBezTo>
                      <a:pt x="1151" y="694"/>
                      <a:pt x="1058" y="726"/>
                      <a:pt x="966" y="726"/>
                    </a:cubicBezTo>
                    <a:cubicBezTo>
                      <a:pt x="851" y="726"/>
                      <a:pt x="736" y="675"/>
                      <a:pt x="652" y="577"/>
                    </a:cubicBezTo>
                    <a:lnTo>
                      <a:pt x="1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8" name="Google Shape;708;p13"/>
            <p:cNvGrpSpPr/>
            <p:nvPr/>
          </p:nvGrpSpPr>
          <p:grpSpPr>
            <a:xfrm>
              <a:off x="-7" y="167200"/>
              <a:ext cx="1266969" cy="226224"/>
              <a:chOff x="-7" y="167200"/>
              <a:chExt cx="1266969" cy="226224"/>
            </a:xfrm>
          </p:grpSpPr>
          <p:sp>
            <p:nvSpPr>
              <p:cNvPr id="709" name="Google Shape;709;p13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rect b="b" l="l" r="r" t="t"/>
                <a:pathLst>
                  <a:path extrusionOk="0" h="251" w="6317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13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rect b="b" l="l" r="r" t="t"/>
                <a:pathLst>
                  <a:path extrusionOk="0" h="276" w="3485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11" name="Google Shape;711;p13"/>
          <p:cNvSpPr txBox="1"/>
          <p:nvPr>
            <p:ph type="title"/>
          </p:nvPr>
        </p:nvSpPr>
        <p:spPr>
          <a:xfrm>
            <a:off x="3982663" y="525125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12" name="Google Shape;712;p13"/>
          <p:cNvSpPr txBox="1"/>
          <p:nvPr>
            <p:ph idx="1" type="subTitle"/>
          </p:nvPr>
        </p:nvSpPr>
        <p:spPr>
          <a:xfrm>
            <a:off x="3982625" y="1763875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3" name="Google Shape;713;p13"/>
          <p:cNvSpPr txBox="1"/>
          <p:nvPr/>
        </p:nvSpPr>
        <p:spPr>
          <a:xfrm>
            <a:off x="3982675" y="3611950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CREDITS: This presentation template was created by </a:t>
            </a:r>
            <a:r>
              <a:rPr b="0" i="0" lang="ru" sz="1100" u="sng" cap="none" strike="noStrike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2"/>
              </a:rPr>
              <a:t>Slidesgo</a:t>
            </a:r>
            <a:r>
              <a:rPr b="0" i="0" lang="ru" sz="11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, and includes icons by </a:t>
            </a:r>
            <a:r>
              <a:rPr b="0" i="0" lang="ru" sz="1100" u="sng" cap="none" strike="noStrike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3"/>
              </a:rPr>
              <a:t>Flaticon</a:t>
            </a:r>
            <a:r>
              <a:rPr b="0" i="0" lang="ru" sz="11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, and infographics &amp; images by </a:t>
            </a:r>
            <a:r>
              <a:rPr b="0" i="0" lang="ru" sz="1100" u="sng" cap="none" strike="noStrike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4"/>
              </a:rPr>
              <a:t>Freepik</a:t>
            </a:r>
            <a:r>
              <a:rPr b="0" i="0" lang="ru" sz="1100" u="sng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 b="0" i="0" sz="1100" u="sng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5" name="Google Shape;715;p14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716" name="Google Shape;716;p14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717" name="Google Shape;717;p14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718" name="Google Shape;718;p14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19" name="Google Shape;719;p14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20" name="Google Shape;720;p14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21" name="Google Shape;721;p14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22" name="Google Shape;722;p14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723" name="Google Shape;723;p14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24" name="Google Shape;724;p14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25" name="Google Shape;725;p14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26" name="Google Shape;726;p14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27" name="Google Shape;727;p14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728" name="Google Shape;728;p14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29" name="Google Shape;729;p14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30" name="Google Shape;730;p14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731" name="Google Shape;731;p14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732" name="Google Shape;732;p14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733" name="Google Shape;733;p14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734" name="Google Shape;734;p14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35" name="Google Shape;735;p14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36" name="Google Shape;736;p14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37" name="Google Shape;737;p14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38" name="Google Shape;738;p14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739" name="Google Shape;739;p14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40" name="Google Shape;740;p14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41" name="Google Shape;741;p14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42" name="Google Shape;742;p14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43" name="Google Shape;743;p14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744" name="Google Shape;744;p14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45" name="Google Shape;745;p14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46" name="Google Shape;746;p14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747" name="Google Shape;747;p14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748" name="Google Shape;748;p14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749" name="Google Shape;749;p14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0" name="Google Shape;750;p14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51" name="Google Shape;751;p14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752" name="Google Shape;752;p14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3" name="Google Shape;753;p14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4" name="Google Shape;754;p14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5" name="Google Shape;755;p14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56" name="Google Shape;756;p14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757" name="Google Shape;757;p14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8" name="Google Shape;758;p14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9" name="Google Shape;759;p14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sp>
        <p:nvSpPr>
          <p:cNvPr id="760" name="Google Shape;760;p14"/>
          <p:cNvSpPr txBox="1"/>
          <p:nvPr>
            <p:ph type="title"/>
          </p:nvPr>
        </p:nvSpPr>
        <p:spPr>
          <a:xfrm>
            <a:off x="4178250" y="2448225"/>
            <a:ext cx="40323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61" name="Google Shape;761;p14"/>
          <p:cNvSpPr txBox="1"/>
          <p:nvPr>
            <p:ph idx="2" type="title"/>
          </p:nvPr>
        </p:nvSpPr>
        <p:spPr>
          <a:xfrm>
            <a:off x="5453300" y="1423663"/>
            <a:ext cx="1482300" cy="77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762" name="Google Shape;762;p14"/>
          <p:cNvSpPr txBox="1"/>
          <p:nvPr>
            <p:ph idx="1" type="subTitle"/>
          </p:nvPr>
        </p:nvSpPr>
        <p:spPr>
          <a:xfrm>
            <a:off x="4178250" y="3344850"/>
            <a:ext cx="40323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3" name="Google Shape;763;p14"/>
          <p:cNvGrpSpPr/>
          <p:nvPr/>
        </p:nvGrpSpPr>
        <p:grpSpPr>
          <a:xfrm>
            <a:off x="173907" y="92498"/>
            <a:ext cx="8795601" cy="4945087"/>
            <a:chOff x="173907" y="92498"/>
            <a:chExt cx="8795601" cy="4945087"/>
          </a:xfrm>
        </p:grpSpPr>
        <p:grpSp>
          <p:nvGrpSpPr>
            <p:cNvPr id="764" name="Google Shape;764;p14"/>
            <p:cNvGrpSpPr/>
            <p:nvPr/>
          </p:nvGrpSpPr>
          <p:grpSpPr>
            <a:xfrm>
              <a:off x="8918459" y="243592"/>
              <a:ext cx="51049" cy="774143"/>
              <a:chOff x="8211712" y="2037146"/>
              <a:chExt cx="34742" cy="526951"/>
            </a:xfrm>
          </p:grpSpPr>
          <p:sp>
            <p:nvSpPr>
              <p:cNvPr id="765" name="Google Shape;765;p14"/>
              <p:cNvSpPr/>
              <p:nvPr/>
            </p:nvSpPr>
            <p:spPr>
              <a:xfrm>
                <a:off x="8211712" y="2037146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0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14"/>
              <p:cNvSpPr/>
              <p:nvPr/>
            </p:nvSpPr>
            <p:spPr>
              <a:xfrm>
                <a:off x="8211712" y="2116302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0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14"/>
              <p:cNvSpPr/>
              <p:nvPr/>
            </p:nvSpPr>
            <p:spPr>
              <a:xfrm>
                <a:off x="8211712" y="2195458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1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14"/>
              <p:cNvSpPr/>
              <p:nvPr/>
            </p:nvSpPr>
            <p:spPr>
              <a:xfrm>
                <a:off x="8211712" y="2274614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1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14"/>
              <p:cNvSpPr/>
              <p:nvPr/>
            </p:nvSpPr>
            <p:spPr>
              <a:xfrm>
                <a:off x="8211712" y="2353770"/>
                <a:ext cx="34742" cy="52014"/>
              </a:xfrm>
              <a:custGeom>
                <a:rect b="b" l="l" r="r" t="t"/>
                <a:pathLst>
                  <a:path extrusionOk="0" h="527" w="352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14"/>
              <p:cNvSpPr/>
              <p:nvPr/>
            </p:nvSpPr>
            <p:spPr>
              <a:xfrm>
                <a:off x="8211712" y="2432927"/>
                <a:ext cx="34742" cy="52014"/>
              </a:xfrm>
              <a:custGeom>
                <a:rect b="b" l="l" r="r" t="t"/>
                <a:pathLst>
                  <a:path extrusionOk="0" h="527" w="352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14"/>
              <p:cNvSpPr/>
              <p:nvPr/>
            </p:nvSpPr>
            <p:spPr>
              <a:xfrm>
                <a:off x="8211712" y="2512083"/>
                <a:ext cx="34742" cy="52014"/>
              </a:xfrm>
              <a:custGeom>
                <a:rect b="b" l="l" r="r" t="t"/>
                <a:pathLst>
                  <a:path extrusionOk="0" h="527" w="352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2" name="Google Shape;772;p14"/>
            <p:cNvGrpSpPr/>
            <p:nvPr/>
          </p:nvGrpSpPr>
          <p:grpSpPr>
            <a:xfrm>
              <a:off x="173907" y="4750539"/>
              <a:ext cx="291257" cy="287046"/>
              <a:chOff x="5456048" y="1794743"/>
              <a:chExt cx="178248" cy="175682"/>
            </a:xfrm>
          </p:grpSpPr>
          <p:sp>
            <p:nvSpPr>
              <p:cNvPr id="773" name="Google Shape;773;p14"/>
              <p:cNvSpPr/>
              <p:nvPr/>
            </p:nvSpPr>
            <p:spPr>
              <a:xfrm>
                <a:off x="5456048" y="1794743"/>
                <a:ext cx="178248" cy="175682"/>
              </a:xfrm>
              <a:custGeom>
                <a:rect b="b" l="l" r="r" t="t"/>
                <a:pathLst>
                  <a:path extrusionOk="0" h="1780" w="1806">
                    <a:moveTo>
                      <a:pt x="277" y="0"/>
                    </a:moveTo>
                    <a:lnTo>
                      <a:pt x="1" y="276"/>
                    </a:lnTo>
                    <a:lnTo>
                      <a:pt x="1530" y="1780"/>
                    </a:lnTo>
                    <a:lnTo>
                      <a:pt x="1805" y="1504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" name="Google Shape;774;p14"/>
              <p:cNvSpPr/>
              <p:nvPr/>
            </p:nvSpPr>
            <p:spPr>
              <a:xfrm>
                <a:off x="5456048" y="1794743"/>
                <a:ext cx="178248" cy="175682"/>
              </a:xfrm>
              <a:custGeom>
                <a:rect b="b" l="l" r="r" t="t"/>
                <a:pathLst>
                  <a:path extrusionOk="0" h="1780" w="1806">
                    <a:moveTo>
                      <a:pt x="1505" y="0"/>
                    </a:moveTo>
                    <a:lnTo>
                      <a:pt x="1" y="1504"/>
                    </a:lnTo>
                    <a:lnTo>
                      <a:pt x="302" y="1780"/>
                    </a:lnTo>
                    <a:lnTo>
                      <a:pt x="1805" y="276"/>
                    </a:lnTo>
                    <a:lnTo>
                      <a:pt x="15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5" name="Google Shape;775;p14"/>
            <p:cNvSpPr/>
            <p:nvPr/>
          </p:nvSpPr>
          <p:spPr>
            <a:xfrm rot="-123321">
              <a:off x="7897400" y="4768750"/>
              <a:ext cx="1018402" cy="166548"/>
            </a:xfrm>
            <a:custGeom>
              <a:rect b="b" l="l" r="r" t="t"/>
              <a:pathLst>
                <a:path extrusionOk="0" h="1029" w="6292">
                  <a:moveTo>
                    <a:pt x="126" y="1"/>
                  </a:moveTo>
                  <a:lnTo>
                    <a:pt x="0" y="126"/>
                  </a:lnTo>
                  <a:lnTo>
                    <a:pt x="502" y="702"/>
                  </a:lnTo>
                  <a:cubicBezTo>
                    <a:pt x="627" y="842"/>
                    <a:pt x="799" y="911"/>
                    <a:pt x="969" y="911"/>
                  </a:cubicBezTo>
                  <a:cubicBezTo>
                    <a:pt x="1106" y="911"/>
                    <a:pt x="1242" y="867"/>
                    <a:pt x="1354" y="778"/>
                  </a:cubicBezTo>
                  <a:lnTo>
                    <a:pt x="1830" y="351"/>
                  </a:lnTo>
                  <a:cubicBezTo>
                    <a:pt x="1905" y="276"/>
                    <a:pt x="2030" y="251"/>
                    <a:pt x="2131" y="251"/>
                  </a:cubicBezTo>
                  <a:cubicBezTo>
                    <a:pt x="2256" y="251"/>
                    <a:pt x="2356" y="301"/>
                    <a:pt x="2431" y="402"/>
                  </a:cubicBezTo>
                  <a:lnTo>
                    <a:pt x="2757" y="778"/>
                  </a:lnTo>
                  <a:cubicBezTo>
                    <a:pt x="2882" y="903"/>
                    <a:pt x="3033" y="978"/>
                    <a:pt x="3183" y="1003"/>
                  </a:cubicBezTo>
                  <a:cubicBezTo>
                    <a:pt x="3359" y="1003"/>
                    <a:pt x="3509" y="953"/>
                    <a:pt x="3634" y="828"/>
                  </a:cubicBezTo>
                  <a:lnTo>
                    <a:pt x="4035" y="477"/>
                  </a:lnTo>
                  <a:cubicBezTo>
                    <a:pt x="4136" y="402"/>
                    <a:pt x="4236" y="351"/>
                    <a:pt x="4361" y="351"/>
                  </a:cubicBezTo>
                  <a:cubicBezTo>
                    <a:pt x="4487" y="377"/>
                    <a:pt x="4587" y="427"/>
                    <a:pt x="4662" y="527"/>
                  </a:cubicBezTo>
                  <a:lnTo>
                    <a:pt x="4862" y="778"/>
                  </a:lnTo>
                  <a:cubicBezTo>
                    <a:pt x="4963" y="928"/>
                    <a:pt x="5138" y="1003"/>
                    <a:pt x="5314" y="1028"/>
                  </a:cubicBezTo>
                  <a:cubicBezTo>
                    <a:pt x="5489" y="1028"/>
                    <a:pt x="5664" y="953"/>
                    <a:pt x="5790" y="828"/>
                  </a:cubicBezTo>
                  <a:lnTo>
                    <a:pt x="6291" y="301"/>
                  </a:lnTo>
                  <a:lnTo>
                    <a:pt x="6141" y="176"/>
                  </a:lnTo>
                  <a:lnTo>
                    <a:pt x="5639" y="702"/>
                  </a:lnTo>
                  <a:cubicBezTo>
                    <a:pt x="5564" y="803"/>
                    <a:pt x="5439" y="828"/>
                    <a:pt x="5314" y="828"/>
                  </a:cubicBezTo>
                  <a:cubicBezTo>
                    <a:pt x="5188" y="828"/>
                    <a:pt x="5088" y="778"/>
                    <a:pt x="5013" y="677"/>
                  </a:cubicBezTo>
                  <a:lnTo>
                    <a:pt x="4787" y="402"/>
                  </a:lnTo>
                  <a:cubicBezTo>
                    <a:pt x="4687" y="276"/>
                    <a:pt x="4537" y="201"/>
                    <a:pt x="4361" y="176"/>
                  </a:cubicBezTo>
                  <a:cubicBezTo>
                    <a:pt x="4211" y="176"/>
                    <a:pt x="4035" y="226"/>
                    <a:pt x="3910" y="326"/>
                  </a:cubicBezTo>
                  <a:lnTo>
                    <a:pt x="3509" y="702"/>
                  </a:lnTo>
                  <a:cubicBezTo>
                    <a:pt x="3427" y="764"/>
                    <a:pt x="3344" y="809"/>
                    <a:pt x="3262" y="809"/>
                  </a:cubicBezTo>
                  <a:cubicBezTo>
                    <a:pt x="3244" y="809"/>
                    <a:pt x="3226" y="807"/>
                    <a:pt x="3208" y="803"/>
                  </a:cubicBezTo>
                  <a:cubicBezTo>
                    <a:pt x="3083" y="803"/>
                    <a:pt x="2983" y="752"/>
                    <a:pt x="2908" y="677"/>
                  </a:cubicBezTo>
                  <a:lnTo>
                    <a:pt x="2557" y="276"/>
                  </a:lnTo>
                  <a:cubicBezTo>
                    <a:pt x="2456" y="151"/>
                    <a:pt x="2306" y="76"/>
                    <a:pt x="2156" y="76"/>
                  </a:cubicBezTo>
                  <a:cubicBezTo>
                    <a:pt x="2126" y="72"/>
                    <a:pt x="2098" y="69"/>
                    <a:pt x="2070" y="69"/>
                  </a:cubicBezTo>
                  <a:cubicBezTo>
                    <a:pt x="1931" y="69"/>
                    <a:pt x="1809" y="122"/>
                    <a:pt x="1705" y="226"/>
                  </a:cubicBezTo>
                  <a:lnTo>
                    <a:pt x="1228" y="627"/>
                  </a:lnTo>
                  <a:cubicBezTo>
                    <a:pt x="1151" y="694"/>
                    <a:pt x="1058" y="726"/>
                    <a:pt x="966" y="726"/>
                  </a:cubicBezTo>
                  <a:cubicBezTo>
                    <a:pt x="851" y="726"/>
                    <a:pt x="736" y="675"/>
                    <a:pt x="652" y="577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8639763" y="92498"/>
              <a:ext cx="207956" cy="207857"/>
            </a:xfrm>
            <a:custGeom>
              <a:rect b="b" l="l" r="r" t="t"/>
              <a:pathLst>
                <a:path extrusionOk="0" h="2106" w="2107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8" name="Google Shape;778;p15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779" name="Google Shape;779;p15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780" name="Google Shape;780;p15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781" name="Google Shape;781;p15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2" name="Google Shape;782;p15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3" name="Google Shape;783;p15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4" name="Google Shape;784;p15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85" name="Google Shape;785;p15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786" name="Google Shape;786;p15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7" name="Google Shape;787;p15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8" name="Google Shape;788;p15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9" name="Google Shape;789;p15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90" name="Google Shape;790;p15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791" name="Google Shape;791;p15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92" name="Google Shape;792;p15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93" name="Google Shape;793;p15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794" name="Google Shape;794;p15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795" name="Google Shape;795;p15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796" name="Google Shape;796;p15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797" name="Google Shape;797;p1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8" name="Google Shape;798;p1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9" name="Google Shape;799;p1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0" name="Google Shape;800;p15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01" name="Google Shape;801;p15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802" name="Google Shape;802;p1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3" name="Google Shape;803;p1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4" name="Google Shape;804;p1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5" name="Google Shape;805;p15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06" name="Google Shape;806;p15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807" name="Google Shape;807;p1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8" name="Google Shape;808;p1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9" name="Google Shape;809;p1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810" name="Google Shape;810;p15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811" name="Google Shape;811;p15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812" name="Google Shape;812;p1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" name="Google Shape;813;p15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14" name="Google Shape;814;p15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815" name="Google Shape;815;p1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6" name="Google Shape;816;p1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7" name="Google Shape;817;p1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8" name="Google Shape;818;p15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19" name="Google Shape;819;p15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820" name="Google Shape;820;p1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21" name="Google Shape;821;p1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22" name="Google Shape;822;p1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sp>
        <p:nvSpPr>
          <p:cNvPr id="823" name="Google Shape;823;p15"/>
          <p:cNvSpPr txBox="1"/>
          <p:nvPr>
            <p:ph type="title"/>
          </p:nvPr>
        </p:nvSpPr>
        <p:spPr>
          <a:xfrm>
            <a:off x="713225" y="2448213"/>
            <a:ext cx="44724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24" name="Google Shape;824;p15"/>
          <p:cNvSpPr txBox="1"/>
          <p:nvPr>
            <p:ph idx="2" type="title"/>
          </p:nvPr>
        </p:nvSpPr>
        <p:spPr>
          <a:xfrm>
            <a:off x="2208275" y="1423663"/>
            <a:ext cx="1482300" cy="77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25" name="Google Shape;825;p15"/>
          <p:cNvSpPr txBox="1"/>
          <p:nvPr>
            <p:ph idx="1" type="subTitle"/>
          </p:nvPr>
        </p:nvSpPr>
        <p:spPr>
          <a:xfrm>
            <a:off x="713225" y="3344838"/>
            <a:ext cx="44724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26" name="Google Shape;826;p15"/>
          <p:cNvGrpSpPr/>
          <p:nvPr/>
        </p:nvGrpSpPr>
        <p:grpSpPr>
          <a:xfrm flipH="1">
            <a:off x="173908" y="92498"/>
            <a:ext cx="8795601" cy="4945087"/>
            <a:chOff x="173907" y="92498"/>
            <a:chExt cx="8795601" cy="4945087"/>
          </a:xfrm>
        </p:grpSpPr>
        <p:grpSp>
          <p:nvGrpSpPr>
            <p:cNvPr id="827" name="Google Shape;827;p15"/>
            <p:cNvGrpSpPr/>
            <p:nvPr/>
          </p:nvGrpSpPr>
          <p:grpSpPr>
            <a:xfrm>
              <a:off x="8918459" y="243592"/>
              <a:ext cx="51049" cy="774143"/>
              <a:chOff x="8211712" y="2037146"/>
              <a:chExt cx="34742" cy="526951"/>
            </a:xfrm>
          </p:grpSpPr>
          <p:sp>
            <p:nvSpPr>
              <p:cNvPr id="828" name="Google Shape;828;p15"/>
              <p:cNvSpPr/>
              <p:nvPr/>
            </p:nvSpPr>
            <p:spPr>
              <a:xfrm>
                <a:off x="8211712" y="2037146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0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15"/>
              <p:cNvSpPr/>
              <p:nvPr/>
            </p:nvSpPr>
            <p:spPr>
              <a:xfrm>
                <a:off x="8211712" y="2116302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0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15"/>
              <p:cNvSpPr/>
              <p:nvPr/>
            </p:nvSpPr>
            <p:spPr>
              <a:xfrm>
                <a:off x="8211712" y="2195458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1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15"/>
              <p:cNvSpPr/>
              <p:nvPr/>
            </p:nvSpPr>
            <p:spPr>
              <a:xfrm>
                <a:off x="8211712" y="2274614"/>
                <a:ext cx="34742" cy="54481"/>
              </a:xfrm>
              <a:custGeom>
                <a:rect b="b" l="l" r="r" t="t"/>
                <a:pathLst>
                  <a:path extrusionOk="0" h="552" w="352">
                    <a:moveTo>
                      <a:pt x="1" y="1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15"/>
              <p:cNvSpPr/>
              <p:nvPr/>
            </p:nvSpPr>
            <p:spPr>
              <a:xfrm>
                <a:off x="8211712" y="2353770"/>
                <a:ext cx="34742" cy="52014"/>
              </a:xfrm>
              <a:custGeom>
                <a:rect b="b" l="l" r="r" t="t"/>
                <a:pathLst>
                  <a:path extrusionOk="0" h="527" w="352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15"/>
              <p:cNvSpPr/>
              <p:nvPr/>
            </p:nvSpPr>
            <p:spPr>
              <a:xfrm>
                <a:off x="8211712" y="2432927"/>
                <a:ext cx="34742" cy="52014"/>
              </a:xfrm>
              <a:custGeom>
                <a:rect b="b" l="l" r="r" t="t"/>
                <a:pathLst>
                  <a:path extrusionOk="0" h="527" w="352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15"/>
              <p:cNvSpPr/>
              <p:nvPr/>
            </p:nvSpPr>
            <p:spPr>
              <a:xfrm>
                <a:off x="8211712" y="2512083"/>
                <a:ext cx="34742" cy="52014"/>
              </a:xfrm>
              <a:custGeom>
                <a:rect b="b" l="l" r="r" t="t"/>
                <a:pathLst>
                  <a:path extrusionOk="0" h="527" w="352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5" name="Google Shape;835;p15"/>
            <p:cNvGrpSpPr/>
            <p:nvPr/>
          </p:nvGrpSpPr>
          <p:grpSpPr>
            <a:xfrm>
              <a:off x="173907" y="4750539"/>
              <a:ext cx="291257" cy="287046"/>
              <a:chOff x="5456048" y="1794743"/>
              <a:chExt cx="178248" cy="175682"/>
            </a:xfrm>
          </p:grpSpPr>
          <p:sp>
            <p:nvSpPr>
              <p:cNvPr id="836" name="Google Shape;836;p15"/>
              <p:cNvSpPr/>
              <p:nvPr/>
            </p:nvSpPr>
            <p:spPr>
              <a:xfrm>
                <a:off x="5456048" y="1794743"/>
                <a:ext cx="178248" cy="175682"/>
              </a:xfrm>
              <a:custGeom>
                <a:rect b="b" l="l" r="r" t="t"/>
                <a:pathLst>
                  <a:path extrusionOk="0" h="1780" w="1806">
                    <a:moveTo>
                      <a:pt x="277" y="0"/>
                    </a:moveTo>
                    <a:lnTo>
                      <a:pt x="1" y="276"/>
                    </a:lnTo>
                    <a:lnTo>
                      <a:pt x="1530" y="1780"/>
                    </a:lnTo>
                    <a:lnTo>
                      <a:pt x="1805" y="1504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15"/>
              <p:cNvSpPr/>
              <p:nvPr/>
            </p:nvSpPr>
            <p:spPr>
              <a:xfrm>
                <a:off x="5456048" y="1794743"/>
                <a:ext cx="178248" cy="175682"/>
              </a:xfrm>
              <a:custGeom>
                <a:rect b="b" l="l" r="r" t="t"/>
                <a:pathLst>
                  <a:path extrusionOk="0" h="1780" w="1806">
                    <a:moveTo>
                      <a:pt x="1505" y="0"/>
                    </a:moveTo>
                    <a:lnTo>
                      <a:pt x="1" y="1504"/>
                    </a:lnTo>
                    <a:lnTo>
                      <a:pt x="302" y="1780"/>
                    </a:lnTo>
                    <a:lnTo>
                      <a:pt x="1805" y="276"/>
                    </a:lnTo>
                    <a:lnTo>
                      <a:pt x="15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8" name="Google Shape;838;p15"/>
            <p:cNvSpPr/>
            <p:nvPr/>
          </p:nvSpPr>
          <p:spPr>
            <a:xfrm rot="-123321">
              <a:off x="7897400" y="4768750"/>
              <a:ext cx="1018402" cy="166548"/>
            </a:xfrm>
            <a:custGeom>
              <a:rect b="b" l="l" r="r" t="t"/>
              <a:pathLst>
                <a:path extrusionOk="0" h="1029" w="6292">
                  <a:moveTo>
                    <a:pt x="126" y="1"/>
                  </a:moveTo>
                  <a:lnTo>
                    <a:pt x="0" y="126"/>
                  </a:lnTo>
                  <a:lnTo>
                    <a:pt x="502" y="702"/>
                  </a:lnTo>
                  <a:cubicBezTo>
                    <a:pt x="627" y="842"/>
                    <a:pt x="799" y="911"/>
                    <a:pt x="969" y="911"/>
                  </a:cubicBezTo>
                  <a:cubicBezTo>
                    <a:pt x="1106" y="911"/>
                    <a:pt x="1242" y="867"/>
                    <a:pt x="1354" y="778"/>
                  </a:cubicBezTo>
                  <a:lnTo>
                    <a:pt x="1830" y="351"/>
                  </a:lnTo>
                  <a:cubicBezTo>
                    <a:pt x="1905" y="276"/>
                    <a:pt x="2030" y="251"/>
                    <a:pt x="2131" y="251"/>
                  </a:cubicBezTo>
                  <a:cubicBezTo>
                    <a:pt x="2256" y="251"/>
                    <a:pt x="2356" y="301"/>
                    <a:pt x="2431" y="402"/>
                  </a:cubicBezTo>
                  <a:lnTo>
                    <a:pt x="2757" y="778"/>
                  </a:lnTo>
                  <a:cubicBezTo>
                    <a:pt x="2882" y="903"/>
                    <a:pt x="3033" y="978"/>
                    <a:pt x="3183" y="1003"/>
                  </a:cubicBezTo>
                  <a:cubicBezTo>
                    <a:pt x="3359" y="1003"/>
                    <a:pt x="3509" y="953"/>
                    <a:pt x="3634" y="828"/>
                  </a:cubicBezTo>
                  <a:lnTo>
                    <a:pt x="4035" y="477"/>
                  </a:lnTo>
                  <a:cubicBezTo>
                    <a:pt x="4136" y="402"/>
                    <a:pt x="4236" y="351"/>
                    <a:pt x="4361" y="351"/>
                  </a:cubicBezTo>
                  <a:cubicBezTo>
                    <a:pt x="4487" y="377"/>
                    <a:pt x="4587" y="427"/>
                    <a:pt x="4662" y="527"/>
                  </a:cubicBezTo>
                  <a:lnTo>
                    <a:pt x="4862" y="778"/>
                  </a:lnTo>
                  <a:cubicBezTo>
                    <a:pt x="4963" y="928"/>
                    <a:pt x="5138" y="1003"/>
                    <a:pt x="5314" y="1028"/>
                  </a:cubicBezTo>
                  <a:cubicBezTo>
                    <a:pt x="5489" y="1028"/>
                    <a:pt x="5664" y="953"/>
                    <a:pt x="5790" y="828"/>
                  </a:cubicBezTo>
                  <a:lnTo>
                    <a:pt x="6291" y="301"/>
                  </a:lnTo>
                  <a:lnTo>
                    <a:pt x="6141" y="176"/>
                  </a:lnTo>
                  <a:lnTo>
                    <a:pt x="5639" y="702"/>
                  </a:lnTo>
                  <a:cubicBezTo>
                    <a:pt x="5564" y="803"/>
                    <a:pt x="5439" y="828"/>
                    <a:pt x="5314" y="828"/>
                  </a:cubicBezTo>
                  <a:cubicBezTo>
                    <a:pt x="5188" y="828"/>
                    <a:pt x="5088" y="778"/>
                    <a:pt x="5013" y="677"/>
                  </a:cubicBezTo>
                  <a:lnTo>
                    <a:pt x="4787" y="402"/>
                  </a:lnTo>
                  <a:cubicBezTo>
                    <a:pt x="4687" y="276"/>
                    <a:pt x="4537" y="201"/>
                    <a:pt x="4361" y="176"/>
                  </a:cubicBezTo>
                  <a:cubicBezTo>
                    <a:pt x="4211" y="176"/>
                    <a:pt x="4035" y="226"/>
                    <a:pt x="3910" y="326"/>
                  </a:cubicBezTo>
                  <a:lnTo>
                    <a:pt x="3509" y="702"/>
                  </a:lnTo>
                  <a:cubicBezTo>
                    <a:pt x="3427" y="764"/>
                    <a:pt x="3344" y="809"/>
                    <a:pt x="3262" y="809"/>
                  </a:cubicBezTo>
                  <a:cubicBezTo>
                    <a:pt x="3244" y="809"/>
                    <a:pt x="3226" y="807"/>
                    <a:pt x="3208" y="803"/>
                  </a:cubicBezTo>
                  <a:cubicBezTo>
                    <a:pt x="3083" y="803"/>
                    <a:pt x="2983" y="752"/>
                    <a:pt x="2908" y="677"/>
                  </a:cubicBezTo>
                  <a:lnTo>
                    <a:pt x="2557" y="276"/>
                  </a:lnTo>
                  <a:cubicBezTo>
                    <a:pt x="2456" y="151"/>
                    <a:pt x="2306" y="76"/>
                    <a:pt x="2156" y="76"/>
                  </a:cubicBezTo>
                  <a:cubicBezTo>
                    <a:pt x="2126" y="72"/>
                    <a:pt x="2098" y="69"/>
                    <a:pt x="2070" y="69"/>
                  </a:cubicBezTo>
                  <a:cubicBezTo>
                    <a:pt x="1931" y="69"/>
                    <a:pt x="1809" y="122"/>
                    <a:pt x="1705" y="226"/>
                  </a:cubicBezTo>
                  <a:lnTo>
                    <a:pt x="1228" y="627"/>
                  </a:lnTo>
                  <a:cubicBezTo>
                    <a:pt x="1151" y="694"/>
                    <a:pt x="1058" y="726"/>
                    <a:pt x="966" y="726"/>
                  </a:cubicBezTo>
                  <a:cubicBezTo>
                    <a:pt x="851" y="726"/>
                    <a:pt x="736" y="675"/>
                    <a:pt x="652" y="577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15"/>
            <p:cNvSpPr/>
            <p:nvPr/>
          </p:nvSpPr>
          <p:spPr>
            <a:xfrm>
              <a:off x="8639763" y="92498"/>
              <a:ext cx="207956" cy="207857"/>
            </a:xfrm>
            <a:custGeom>
              <a:rect b="b" l="l" r="r" t="t"/>
              <a:pathLst>
                <a:path extrusionOk="0" h="2106" w="2107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1" name="Google Shape;841;p16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842" name="Google Shape;842;p16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843" name="Google Shape;843;p16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844" name="Google Shape;844;p16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45" name="Google Shape;845;p16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46" name="Google Shape;846;p16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47" name="Google Shape;847;p16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48" name="Google Shape;848;p16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849" name="Google Shape;849;p16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50" name="Google Shape;850;p16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51" name="Google Shape;851;p16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52" name="Google Shape;852;p16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53" name="Google Shape;853;p16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854" name="Google Shape;854;p16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55" name="Google Shape;855;p16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56" name="Google Shape;856;p16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857" name="Google Shape;857;p16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858" name="Google Shape;858;p16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859" name="Google Shape;859;p16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860" name="Google Shape;860;p1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61" name="Google Shape;861;p1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62" name="Google Shape;862;p1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63" name="Google Shape;863;p16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64" name="Google Shape;864;p16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865" name="Google Shape;865;p1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66" name="Google Shape;866;p1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67" name="Google Shape;867;p1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68" name="Google Shape;868;p16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69" name="Google Shape;869;p16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870" name="Google Shape;870;p1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1" name="Google Shape;871;p1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2" name="Google Shape;872;p1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873" name="Google Shape;873;p16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874" name="Google Shape;874;p16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875" name="Google Shape;875;p1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6" name="Google Shape;876;p16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77" name="Google Shape;877;p16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878" name="Google Shape;878;p1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9" name="Google Shape;879;p1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80" name="Google Shape;880;p1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81" name="Google Shape;881;p16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82" name="Google Shape;882;p16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883" name="Google Shape;883;p1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84" name="Google Shape;884;p1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85" name="Google Shape;885;p1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sp>
        <p:nvSpPr>
          <p:cNvPr id="886" name="Google Shape;88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87" name="Google Shape;887;p16"/>
          <p:cNvSpPr txBox="1"/>
          <p:nvPr>
            <p:ph idx="1" type="subTitle"/>
          </p:nvPr>
        </p:nvSpPr>
        <p:spPr>
          <a:xfrm>
            <a:off x="720000" y="1507800"/>
            <a:ext cx="4611600" cy="26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88" name="Google Shape;888;p16"/>
          <p:cNvGrpSpPr/>
          <p:nvPr/>
        </p:nvGrpSpPr>
        <p:grpSpPr>
          <a:xfrm>
            <a:off x="-7" y="117416"/>
            <a:ext cx="8941384" cy="4905858"/>
            <a:chOff x="-7" y="117416"/>
            <a:chExt cx="8941384" cy="4905858"/>
          </a:xfrm>
        </p:grpSpPr>
        <p:grpSp>
          <p:nvGrpSpPr>
            <p:cNvPr id="889" name="Google Shape;889;p16"/>
            <p:cNvGrpSpPr/>
            <p:nvPr/>
          </p:nvGrpSpPr>
          <p:grpSpPr>
            <a:xfrm>
              <a:off x="-7" y="4797050"/>
              <a:ext cx="1266969" cy="226224"/>
              <a:chOff x="-7" y="167200"/>
              <a:chExt cx="1266969" cy="226224"/>
            </a:xfrm>
          </p:grpSpPr>
          <p:sp>
            <p:nvSpPr>
              <p:cNvPr id="890" name="Google Shape;890;p16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rect b="b" l="l" r="r" t="t"/>
                <a:pathLst>
                  <a:path extrusionOk="0" h="251" w="6317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16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rect b="b" l="l" r="r" t="t"/>
                <a:pathLst>
                  <a:path extrusionOk="0" h="276" w="3485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2" name="Google Shape;892;p16"/>
            <p:cNvSpPr/>
            <p:nvPr/>
          </p:nvSpPr>
          <p:spPr>
            <a:xfrm>
              <a:off x="8608176" y="4514350"/>
              <a:ext cx="333201" cy="333048"/>
            </a:xfrm>
            <a:custGeom>
              <a:rect b="b" l="l" r="r" t="t"/>
              <a:pathLst>
                <a:path extrusionOk="0" h="2106" w="2107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16"/>
            <p:cNvSpPr/>
            <p:nvPr/>
          </p:nvSpPr>
          <p:spPr>
            <a:xfrm>
              <a:off x="1861082" y="117416"/>
              <a:ext cx="1074296" cy="175676"/>
            </a:xfrm>
            <a:custGeom>
              <a:rect b="b" l="l" r="r" t="t"/>
              <a:pathLst>
                <a:path extrusionOk="0" h="1029" w="6292">
                  <a:moveTo>
                    <a:pt x="126" y="1"/>
                  </a:moveTo>
                  <a:lnTo>
                    <a:pt x="0" y="126"/>
                  </a:lnTo>
                  <a:lnTo>
                    <a:pt x="502" y="702"/>
                  </a:lnTo>
                  <a:cubicBezTo>
                    <a:pt x="627" y="842"/>
                    <a:pt x="799" y="911"/>
                    <a:pt x="969" y="911"/>
                  </a:cubicBezTo>
                  <a:cubicBezTo>
                    <a:pt x="1106" y="911"/>
                    <a:pt x="1242" y="867"/>
                    <a:pt x="1354" y="778"/>
                  </a:cubicBezTo>
                  <a:lnTo>
                    <a:pt x="1830" y="351"/>
                  </a:lnTo>
                  <a:cubicBezTo>
                    <a:pt x="1905" y="276"/>
                    <a:pt x="2030" y="251"/>
                    <a:pt x="2131" y="251"/>
                  </a:cubicBezTo>
                  <a:cubicBezTo>
                    <a:pt x="2256" y="251"/>
                    <a:pt x="2356" y="301"/>
                    <a:pt x="2431" y="402"/>
                  </a:cubicBezTo>
                  <a:lnTo>
                    <a:pt x="2757" y="778"/>
                  </a:lnTo>
                  <a:cubicBezTo>
                    <a:pt x="2882" y="903"/>
                    <a:pt x="3033" y="978"/>
                    <a:pt x="3183" y="1003"/>
                  </a:cubicBezTo>
                  <a:cubicBezTo>
                    <a:pt x="3359" y="1003"/>
                    <a:pt x="3509" y="953"/>
                    <a:pt x="3634" y="828"/>
                  </a:cubicBezTo>
                  <a:lnTo>
                    <a:pt x="4035" y="477"/>
                  </a:lnTo>
                  <a:cubicBezTo>
                    <a:pt x="4136" y="402"/>
                    <a:pt x="4236" y="351"/>
                    <a:pt x="4361" y="351"/>
                  </a:cubicBezTo>
                  <a:cubicBezTo>
                    <a:pt x="4487" y="377"/>
                    <a:pt x="4587" y="427"/>
                    <a:pt x="4662" y="527"/>
                  </a:cubicBezTo>
                  <a:lnTo>
                    <a:pt x="4862" y="778"/>
                  </a:lnTo>
                  <a:cubicBezTo>
                    <a:pt x="4963" y="928"/>
                    <a:pt x="5138" y="1003"/>
                    <a:pt x="5314" y="1028"/>
                  </a:cubicBezTo>
                  <a:cubicBezTo>
                    <a:pt x="5489" y="1028"/>
                    <a:pt x="5664" y="953"/>
                    <a:pt x="5790" y="828"/>
                  </a:cubicBezTo>
                  <a:lnTo>
                    <a:pt x="6291" y="301"/>
                  </a:lnTo>
                  <a:lnTo>
                    <a:pt x="6141" y="176"/>
                  </a:lnTo>
                  <a:lnTo>
                    <a:pt x="5639" y="702"/>
                  </a:lnTo>
                  <a:cubicBezTo>
                    <a:pt x="5564" y="803"/>
                    <a:pt x="5439" y="828"/>
                    <a:pt x="5314" y="828"/>
                  </a:cubicBezTo>
                  <a:cubicBezTo>
                    <a:pt x="5188" y="828"/>
                    <a:pt x="5088" y="778"/>
                    <a:pt x="5013" y="677"/>
                  </a:cubicBezTo>
                  <a:lnTo>
                    <a:pt x="4787" y="402"/>
                  </a:lnTo>
                  <a:cubicBezTo>
                    <a:pt x="4687" y="276"/>
                    <a:pt x="4537" y="201"/>
                    <a:pt x="4361" y="176"/>
                  </a:cubicBezTo>
                  <a:cubicBezTo>
                    <a:pt x="4211" y="176"/>
                    <a:pt x="4035" y="226"/>
                    <a:pt x="3910" y="326"/>
                  </a:cubicBezTo>
                  <a:lnTo>
                    <a:pt x="3509" y="702"/>
                  </a:lnTo>
                  <a:cubicBezTo>
                    <a:pt x="3427" y="764"/>
                    <a:pt x="3344" y="809"/>
                    <a:pt x="3262" y="809"/>
                  </a:cubicBezTo>
                  <a:cubicBezTo>
                    <a:pt x="3244" y="809"/>
                    <a:pt x="3226" y="807"/>
                    <a:pt x="3208" y="803"/>
                  </a:cubicBezTo>
                  <a:cubicBezTo>
                    <a:pt x="3083" y="803"/>
                    <a:pt x="2983" y="752"/>
                    <a:pt x="2908" y="677"/>
                  </a:cubicBezTo>
                  <a:lnTo>
                    <a:pt x="2557" y="276"/>
                  </a:lnTo>
                  <a:cubicBezTo>
                    <a:pt x="2456" y="151"/>
                    <a:pt x="2306" y="76"/>
                    <a:pt x="2156" y="76"/>
                  </a:cubicBezTo>
                  <a:cubicBezTo>
                    <a:pt x="2126" y="72"/>
                    <a:pt x="2098" y="69"/>
                    <a:pt x="2070" y="69"/>
                  </a:cubicBezTo>
                  <a:cubicBezTo>
                    <a:pt x="1931" y="69"/>
                    <a:pt x="1809" y="122"/>
                    <a:pt x="1705" y="226"/>
                  </a:cubicBezTo>
                  <a:lnTo>
                    <a:pt x="1228" y="627"/>
                  </a:lnTo>
                  <a:cubicBezTo>
                    <a:pt x="1151" y="694"/>
                    <a:pt x="1058" y="726"/>
                    <a:pt x="966" y="726"/>
                  </a:cubicBezTo>
                  <a:cubicBezTo>
                    <a:pt x="851" y="726"/>
                    <a:pt x="736" y="675"/>
                    <a:pt x="652" y="577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7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896" name="Google Shape;896;p17"/>
          <p:cNvSpPr txBox="1"/>
          <p:nvPr>
            <p:ph type="title"/>
          </p:nvPr>
        </p:nvSpPr>
        <p:spPr>
          <a:xfrm>
            <a:off x="5171025" y="3543300"/>
            <a:ext cx="3252900" cy="104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9" name="Google Shape;899;p19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900" name="Google Shape;900;p19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901" name="Google Shape;901;p19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902" name="Google Shape;902;p19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03" name="Google Shape;903;p19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04" name="Google Shape;904;p19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05" name="Google Shape;905;p19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06" name="Google Shape;906;p19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907" name="Google Shape;907;p19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08" name="Google Shape;908;p19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09" name="Google Shape;909;p19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10" name="Google Shape;910;p19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11" name="Google Shape;911;p19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912" name="Google Shape;912;p19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13" name="Google Shape;913;p19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14" name="Google Shape;914;p19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915" name="Google Shape;915;p19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916" name="Google Shape;916;p19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917" name="Google Shape;917;p19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918" name="Google Shape;918;p19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19" name="Google Shape;919;p19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20" name="Google Shape;920;p19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21" name="Google Shape;921;p19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922" name="Google Shape;922;p19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923" name="Google Shape;923;p19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24" name="Google Shape;924;p19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25" name="Google Shape;925;p19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26" name="Google Shape;926;p19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927" name="Google Shape;927;p19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928" name="Google Shape;928;p19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29" name="Google Shape;929;p19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30" name="Google Shape;930;p19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931" name="Google Shape;931;p19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932" name="Google Shape;932;p19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933" name="Google Shape;933;p19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34" name="Google Shape;934;p19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935" name="Google Shape;935;p19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936" name="Google Shape;936;p19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37" name="Google Shape;937;p19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38" name="Google Shape;938;p19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39" name="Google Shape;939;p19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940" name="Google Shape;940;p19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941" name="Google Shape;941;p19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42" name="Google Shape;942;p19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43" name="Google Shape;943;p19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sp>
        <p:nvSpPr>
          <p:cNvPr id="944" name="Google Shape;944;p19"/>
          <p:cNvSpPr txBox="1"/>
          <p:nvPr>
            <p:ph idx="1" type="subTitle"/>
          </p:nvPr>
        </p:nvSpPr>
        <p:spPr>
          <a:xfrm>
            <a:off x="1454699" y="1727500"/>
            <a:ext cx="2891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45" name="Google Shape;94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46" name="Google Shape;946;p19"/>
          <p:cNvSpPr txBox="1"/>
          <p:nvPr>
            <p:ph idx="2" type="subTitle"/>
          </p:nvPr>
        </p:nvSpPr>
        <p:spPr>
          <a:xfrm>
            <a:off x="713225" y="2181950"/>
            <a:ext cx="36330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7" name="Google Shape;947;p19"/>
          <p:cNvSpPr txBox="1"/>
          <p:nvPr>
            <p:ph idx="3" type="title"/>
          </p:nvPr>
        </p:nvSpPr>
        <p:spPr>
          <a:xfrm>
            <a:off x="720000" y="1727495"/>
            <a:ext cx="734700" cy="44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48" name="Google Shape;948;p19"/>
          <p:cNvSpPr txBox="1"/>
          <p:nvPr>
            <p:ph idx="4" type="subTitle"/>
          </p:nvPr>
        </p:nvSpPr>
        <p:spPr>
          <a:xfrm>
            <a:off x="5532475" y="1727500"/>
            <a:ext cx="2891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49" name="Google Shape;949;p19"/>
          <p:cNvSpPr txBox="1"/>
          <p:nvPr>
            <p:ph idx="5" type="subTitle"/>
          </p:nvPr>
        </p:nvSpPr>
        <p:spPr>
          <a:xfrm>
            <a:off x="4791000" y="2181950"/>
            <a:ext cx="36330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0" name="Google Shape;950;p19"/>
          <p:cNvSpPr txBox="1"/>
          <p:nvPr>
            <p:ph idx="6" type="title"/>
          </p:nvPr>
        </p:nvSpPr>
        <p:spPr>
          <a:xfrm>
            <a:off x="4797775" y="1727495"/>
            <a:ext cx="734700" cy="44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51" name="Google Shape;951;p19"/>
          <p:cNvSpPr txBox="1"/>
          <p:nvPr>
            <p:ph idx="7" type="subTitle"/>
          </p:nvPr>
        </p:nvSpPr>
        <p:spPr>
          <a:xfrm>
            <a:off x="1454699" y="3202550"/>
            <a:ext cx="2891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52" name="Google Shape;952;p19"/>
          <p:cNvSpPr txBox="1"/>
          <p:nvPr>
            <p:ph idx="8" type="subTitle"/>
          </p:nvPr>
        </p:nvSpPr>
        <p:spPr>
          <a:xfrm>
            <a:off x="713225" y="3657000"/>
            <a:ext cx="36330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3" name="Google Shape;953;p19"/>
          <p:cNvSpPr txBox="1"/>
          <p:nvPr>
            <p:ph idx="9" type="title"/>
          </p:nvPr>
        </p:nvSpPr>
        <p:spPr>
          <a:xfrm>
            <a:off x="720000" y="3202545"/>
            <a:ext cx="734700" cy="44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54" name="Google Shape;954;p19"/>
          <p:cNvSpPr txBox="1"/>
          <p:nvPr>
            <p:ph idx="13" type="subTitle"/>
          </p:nvPr>
        </p:nvSpPr>
        <p:spPr>
          <a:xfrm>
            <a:off x="5532475" y="3202550"/>
            <a:ext cx="2891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b="1" sz="24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55" name="Google Shape;955;p19"/>
          <p:cNvSpPr txBox="1"/>
          <p:nvPr>
            <p:ph idx="14" type="subTitle"/>
          </p:nvPr>
        </p:nvSpPr>
        <p:spPr>
          <a:xfrm>
            <a:off x="4791000" y="3657000"/>
            <a:ext cx="36330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6" name="Google Shape;956;p19"/>
          <p:cNvSpPr txBox="1"/>
          <p:nvPr>
            <p:ph idx="15" type="title"/>
          </p:nvPr>
        </p:nvSpPr>
        <p:spPr>
          <a:xfrm>
            <a:off x="4797775" y="3202545"/>
            <a:ext cx="734700" cy="44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957" name="Google Shape;957;p19"/>
          <p:cNvGrpSpPr/>
          <p:nvPr/>
        </p:nvGrpSpPr>
        <p:grpSpPr>
          <a:xfrm>
            <a:off x="-7" y="117416"/>
            <a:ext cx="8941384" cy="4905858"/>
            <a:chOff x="-7" y="117416"/>
            <a:chExt cx="8941384" cy="4905858"/>
          </a:xfrm>
        </p:grpSpPr>
        <p:grpSp>
          <p:nvGrpSpPr>
            <p:cNvPr id="958" name="Google Shape;958;p19"/>
            <p:cNvGrpSpPr/>
            <p:nvPr/>
          </p:nvGrpSpPr>
          <p:grpSpPr>
            <a:xfrm>
              <a:off x="-7" y="4797050"/>
              <a:ext cx="1266969" cy="226224"/>
              <a:chOff x="-7" y="167200"/>
              <a:chExt cx="1266969" cy="226224"/>
            </a:xfrm>
          </p:grpSpPr>
          <p:sp>
            <p:nvSpPr>
              <p:cNvPr id="959" name="Google Shape;959;p19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rect b="b" l="l" r="r" t="t"/>
                <a:pathLst>
                  <a:path extrusionOk="0" h="251" w="6317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" name="Google Shape;960;p19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rect b="b" l="l" r="r" t="t"/>
                <a:pathLst>
                  <a:path extrusionOk="0" h="276" w="3485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1" name="Google Shape;961;p19"/>
            <p:cNvSpPr/>
            <p:nvPr/>
          </p:nvSpPr>
          <p:spPr>
            <a:xfrm>
              <a:off x="8608176" y="4514350"/>
              <a:ext cx="333201" cy="333048"/>
            </a:xfrm>
            <a:custGeom>
              <a:rect b="b" l="l" r="r" t="t"/>
              <a:pathLst>
                <a:path extrusionOk="0" h="2106" w="2107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19"/>
            <p:cNvSpPr/>
            <p:nvPr/>
          </p:nvSpPr>
          <p:spPr>
            <a:xfrm>
              <a:off x="1861082" y="117416"/>
              <a:ext cx="1074296" cy="175676"/>
            </a:xfrm>
            <a:custGeom>
              <a:rect b="b" l="l" r="r" t="t"/>
              <a:pathLst>
                <a:path extrusionOk="0" h="1029" w="6292">
                  <a:moveTo>
                    <a:pt x="126" y="1"/>
                  </a:moveTo>
                  <a:lnTo>
                    <a:pt x="0" y="126"/>
                  </a:lnTo>
                  <a:lnTo>
                    <a:pt x="502" y="702"/>
                  </a:lnTo>
                  <a:cubicBezTo>
                    <a:pt x="627" y="842"/>
                    <a:pt x="799" y="911"/>
                    <a:pt x="969" y="911"/>
                  </a:cubicBezTo>
                  <a:cubicBezTo>
                    <a:pt x="1106" y="911"/>
                    <a:pt x="1242" y="867"/>
                    <a:pt x="1354" y="778"/>
                  </a:cubicBezTo>
                  <a:lnTo>
                    <a:pt x="1830" y="351"/>
                  </a:lnTo>
                  <a:cubicBezTo>
                    <a:pt x="1905" y="276"/>
                    <a:pt x="2030" y="251"/>
                    <a:pt x="2131" y="251"/>
                  </a:cubicBezTo>
                  <a:cubicBezTo>
                    <a:pt x="2256" y="251"/>
                    <a:pt x="2356" y="301"/>
                    <a:pt x="2431" y="402"/>
                  </a:cubicBezTo>
                  <a:lnTo>
                    <a:pt x="2757" y="778"/>
                  </a:lnTo>
                  <a:cubicBezTo>
                    <a:pt x="2882" y="903"/>
                    <a:pt x="3033" y="978"/>
                    <a:pt x="3183" y="1003"/>
                  </a:cubicBezTo>
                  <a:cubicBezTo>
                    <a:pt x="3359" y="1003"/>
                    <a:pt x="3509" y="953"/>
                    <a:pt x="3634" y="828"/>
                  </a:cubicBezTo>
                  <a:lnTo>
                    <a:pt x="4035" y="477"/>
                  </a:lnTo>
                  <a:cubicBezTo>
                    <a:pt x="4136" y="402"/>
                    <a:pt x="4236" y="351"/>
                    <a:pt x="4361" y="351"/>
                  </a:cubicBezTo>
                  <a:cubicBezTo>
                    <a:pt x="4487" y="377"/>
                    <a:pt x="4587" y="427"/>
                    <a:pt x="4662" y="527"/>
                  </a:cubicBezTo>
                  <a:lnTo>
                    <a:pt x="4862" y="778"/>
                  </a:lnTo>
                  <a:cubicBezTo>
                    <a:pt x="4963" y="928"/>
                    <a:pt x="5138" y="1003"/>
                    <a:pt x="5314" y="1028"/>
                  </a:cubicBezTo>
                  <a:cubicBezTo>
                    <a:pt x="5489" y="1028"/>
                    <a:pt x="5664" y="953"/>
                    <a:pt x="5790" y="828"/>
                  </a:cubicBezTo>
                  <a:lnTo>
                    <a:pt x="6291" y="301"/>
                  </a:lnTo>
                  <a:lnTo>
                    <a:pt x="6141" y="176"/>
                  </a:lnTo>
                  <a:lnTo>
                    <a:pt x="5639" y="702"/>
                  </a:lnTo>
                  <a:cubicBezTo>
                    <a:pt x="5564" y="803"/>
                    <a:pt x="5439" y="828"/>
                    <a:pt x="5314" y="828"/>
                  </a:cubicBezTo>
                  <a:cubicBezTo>
                    <a:pt x="5188" y="828"/>
                    <a:pt x="5088" y="778"/>
                    <a:pt x="5013" y="677"/>
                  </a:cubicBezTo>
                  <a:lnTo>
                    <a:pt x="4787" y="402"/>
                  </a:lnTo>
                  <a:cubicBezTo>
                    <a:pt x="4687" y="276"/>
                    <a:pt x="4537" y="201"/>
                    <a:pt x="4361" y="176"/>
                  </a:cubicBezTo>
                  <a:cubicBezTo>
                    <a:pt x="4211" y="176"/>
                    <a:pt x="4035" y="226"/>
                    <a:pt x="3910" y="326"/>
                  </a:cubicBezTo>
                  <a:lnTo>
                    <a:pt x="3509" y="702"/>
                  </a:lnTo>
                  <a:cubicBezTo>
                    <a:pt x="3427" y="764"/>
                    <a:pt x="3344" y="809"/>
                    <a:pt x="3262" y="809"/>
                  </a:cubicBezTo>
                  <a:cubicBezTo>
                    <a:pt x="3244" y="809"/>
                    <a:pt x="3226" y="807"/>
                    <a:pt x="3208" y="803"/>
                  </a:cubicBezTo>
                  <a:cubicBezTo>
                    <a:pt x="3083" y="803"/>
                    <a:pt x="2983" y="752"/>
                    <a:pt x="2908" y="677"/>
                  </a:cubicBezTo>
                  <a:lnTo>
                    <a:pt x="2557" y="276"/>
                  </a:lnTo>
                  <a:cubicBezTo>
                    <a:pt x="2456" y="151"/>
                    <a:pt x="2306" y="76"/>
                    <a:pt x="2156" y="76"/>
                  </a:cubicBezTo>
                  <a:cubicBezTo>
                    <a:pt x="2126" y="72"/>
                    <a:pt x="2098" y="69"/>
                    <a:pt x="2070" y="69"/>
                  </a:cubicBezTo>
                  <a:cubicBezTo>
                    <a:pt x="1931" y="69"/>
                    <a:pt x="1809" y="122"/>
                    <a:pt x="1705" y="226"/>
                  </a:cubicBezTo>
                  <a:lnTo>
                    <a:pt x="1228" y="627"/>
                  </a:lnTo>
                  <a:cubicBezTo>
                    <a:pt x="1151" y="694"/>
                    <a:pt x="1058" y="726"/>
                    <a:pt x="966" y="726"/>
                  </a:cubicBezTo>
                  <a:cubicBezTo>
                    <a:pt x="851" y="726"/>
                    <a:pt x="736" y="675"/>
                    <a:pt x="652" y="577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oogle Shape;964;p20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965" name="Google Shape;965;p20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966" name="Google Shape;966;p20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967" name="Google Shape;967;p20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68" name="Google Shape;968;p20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69" name="Google Shape;969;p20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70" name="Google Shape;970;p20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71" name="Google Shape;971;p20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972" name="Google Shape;972;p20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73" name="Google Shape;973;p20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74" name="Google Shape;974;p20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75" name="Google Shape;975;p20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76" name="Google Shape;976;p20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977" name="Google Shape;977;p20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78" name="Google Shape;978;p20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79" name="Google Shape;979;p20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980" name="Google Shape;980;p20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981" name="Google Shape;981;p20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982" name="Google Shape;982;p20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983" name="Google Shape;983;p20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84" name="Google Shape;984;p20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85" name="Google Shape;985;p20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86" name="Google Shape;986;p20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987" name="Google Shape;987;p20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988" name="Google Shape;988;p20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89" name="Google Shape;989;p20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90" name="Google Shape;990;p20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91" name="Google Shape;991;p20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992" name="Google Shape;992;p20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993" name="Google Shape;993;p20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94" name="Google Shape;994;p20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95" name="Google Shape;995;p20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996" name="Google Shape;996;p20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997" name="Google Shape;997;p20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998" name="Google Shape;998;p20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999" name="Google Shape;999;p20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000" name="Google Shape;1000;p20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001" name="Google Shape;1001;p20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02" name="Google Shape;1002;p20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03" name="Google Shape;1003;p20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04" name="Google Shape;1004;p20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005" name="Google Shape;1005;p20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006" name="Google Shape;1006;p20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07" name="Google Shape;1007;p20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08" name="Google Shape;1008;p20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" name="Google Shape;1010;p21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1011" name="Google Shape;1011;p21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1012" name="Google Shape;1012;p21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013" name="Google Shape;1013;p21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14" name="Google Shape;1014;p21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15" name="Google Shape;1015;p21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16" name="Google Shape;1016;p21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017" name="Google Shape;1017;p21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018" name="Google Shape;1018;p21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19" name="Google Shape;1019;p21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20" name="Google Shape;1020;p21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21" name="Google Shape;1021;p21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022" name="Google Shape;1022;p21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1023" name="Google Shape;1023;p21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24" name="Google Shape;1024;p21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25" name="Google Shape;1025;p21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026" name="Google Shape;1026;p21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1027" name="Google Shape;1027;p21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1028" name="Google Shape;1028;p21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029" name="Google Shape;1029;p21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30" name="Google Shape;1030;p21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31" name="Google Shape;1031;p21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32" name="Google Shape;1032;p21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033" name="Google Shape;1033;p21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034" name="Google Shape;1034;p21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35" name="Google Shape;1035;p21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36" name="Google Shape;1036;p21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37" name="Google Shape;1037;p21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038" name="Google Shape;1038;p21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039" name="Google Shape;1039;p21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40" name="Google Shape;1040;p21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41" name="Google Shape;1041;p21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grpSp>
            <p:nvGrpSpPr>
              <p:cNvPr id="1042" name="Google Shape;1042;p21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1043" name="Google Shape;1043;p21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1044" name="Google Shape;1044;p21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45" name="Google Shape;1045;p21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046" name="Google Shape;1046;p21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047" name="Google Shape;1047;p21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48" name="Google Shape;1048;p21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49" name="Google Shape;1049;p21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50" name="Google Shape;1050;p21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051" name="Google Shape;1051;p21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052" name="Google Shape;1052;p21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53" name="Google Shape;1053;p21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054" name="Google Shape;1054;p21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accent4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grpSp>
        <p:nvGrpSpPr>
          <p:cNvPr id="1055" name="Google Shape;1055;p21"/>
          <p:cNvGrpSpPr/>
          <p:nvPr/>
        </p:nvGrpSpPr>
        <p:grpSpPr>
          <a:xfrm flipH="1">
            <a:off x="191418" y="167200"/>
            <a:ext cx="8952587" cy="4867172"/>
            <a:chOff x="-7" y="167200"/>
            <a:chExt cx="8952587" cy="4867172"/>
          </a:xfrm>
        </p:grpSpPr>
        <p:grpSp>
          <p:nvGrpSpPr>
            <p:cNvPr id="1056" name="Google Shape;1056;p21"/>
            <p:cNvGrpSpPr/>
            <p:nvPr/>
          </p:nvGrpSpPr>
          <p:grpSpPr>
            <a:xfrm>
              <a:off x="7519182" y="4467918"/>
              <a:ext cx="1433398" cy="566454"/>
              <a:chOff x="7519182" y="4467918"/>
              <a:chExt cx="1433398" cy="566454"/>
            </a:xfrm>
          </p:grpSpPr>
          <p:sp>
            <p:nvSpPr>
              <p:cNvPr id="1057" name="Google Shape;1057;p21"/>
              <p:cNvSpPr/>
              <p:nvPr/>
            </p:nvSpPr>
            <p:spPr>
              <a:xfrm>
                <a:off x="8561631" y="4643609"/>
                <a:ext cx="390949" cy="390763"/>
              </a:xfrm>
              <a:custGeom>
                <a:rect b="b" l="l" r="r" t="t"/>
                <a:pathLst>
                  <a:path extrusionOk="0" h="2106" w="2107">
                    <a:moveTo>
                      <a:pt x="1053" y="426"/>
                    </a:moveTo>
                    <a:cubicBezTo>
                      <a:pt x="1404" y="426"/>
                      <a:pt x="1680" y="702"/>
                      <a:pt x="1680" y="1053"/>
                    </a:cubicBezTo>
                    <a:cubicBezTo>
                      <a:pt x="1680" y="1404"/>
                      <a:pt x="1404" y="1704"/>
                      <a:pt x="1053" y="1704"/>
                    </a:cubicBezTo>
                    <a:cubicBezTo>
                      <a:pt x="703" y="1704"/>
                      <a:pt x="427" y="1404"/>
                      <a:pt x="427" y="1053"/>
                    </a:cubicBezTo>
                    <a:cubicBezTo>
                      <a:pt x="427" y="702"/>
                      <a:pt x="703" y="426"/>
                      <a:pt x="1053" y="426"/>
                    </a:cubicBezTo>
                    <a:close/>
                    <a:moveTo>
                      <a:pt x="1053" y="0"/>
                    </a:moveTo>
                    <a:cubicBezTo>
                      <a:pt x="477" y="0"/>
                      <a:pt x="1" y="476"/>
                      <a:pt x="1" y="1053"/>
                    </a:cubicBezTo>
                    <a:cubicBezTo>
                      <a:pt x="1" y="1629"/>
                      <a:pt x="477" y="2105"/>
                      <a:pt x="1053" y="2105"/>
                    </a:cubicBezTo>
                    <a:cubicBezTo>
                      <a:pt x="1630" y="2105"/>
                      <a:pt x="2106" y="1629"/>
                      <a:pt x="2106" y="1053"/>
                    </a:cubicBezTo>
                    <a:cubicBezTo>
                      <a:pt x="2106" y="476"/>
                      <a:pt x="1630" y="0"/>
                      <a:pt x="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8" name="Google Shape;1058;p21"/>
              <p:cNvSpPr/>
              <p:nvPr/>
            </p:nvSpPr>
            <p:spPr>
              <a:xfrm>
                <a:off x="7519182" y="4467918"/>
                <a:ext cx="1074296" cy="175676"/>
              </a:xfrm>
              <a:custGeom>
                <a:rect b="b" l="l" r="r" t="t"/>
                <a:pathLst>
                  <a:path extrusionOk="0" h="1029" w="6292">
                    <a:moveTo>
                      <a:pt x="126" y="1"/>
                    </a:moveTo>
                    <a:lnTo>
                      <a:pt x="0" y="126"/>
                    </a:lnTo>
                    <a:lnTo>
                      <a:pt x="502" y="702"/>
                    </a:lnTo>
                    <a:cubicBezTo>
                      <a:pt x="627" y="842"/>
                      <a:pt x="799" y="911"/>
                      <a:pt x="969" y="911"/>
                    </a:cubicBezTo>
                    <a:cubicBezTo>
                      <a:pt x="1106" y="911"/>
                      <a:pt x="1242" y="867"/>
                      <a:pt x="1354" y="778"/>
                    </a:cubicBezTo>
                    <a:lnTo>
                      <a:pt x="1830" y="351"/>
                    </a:lnTo>
                    <a:cubicBezTo>
                      <a:pt x="1905" y="276"/>
                      <a:pt x="2030" y="251"/>
                      <a:pt x="2131" y="251"/>
                    </a:cubicBezTo>
                    <a:cubicBezTo>
                      <a:pt x="2256" y="251"/>
                      <a:pt x="2356" y="301"/>
                      <a:pt x="2431" y="402"/>
                    </a:cubicBezTo>
                    <a:lnTo>
                      <a:pt x="2757" y="778"/>
                    </a:lnTo>
                    <a:cubicBezTo>
                      <a:pt x="2882" y="903"/>
                      <a:pt x="3033" y="978"/>
                      <a:pt x="3183" y="1003"/>
                    </a:cubicBezTo>
                    <a:cubicBezTo>
                      <a:pt x="3359" y="1003"/>
                      <a:pt x="3509" y="953"/>
                      <a:pt x="3634" y="828"/>
                    </a:cubicBezTo>
                    <a:lnTo>
                      <a:pt x="4035" y="477"/>
                    </a:lnTo>
                    <a:cubicBezTo>
                      <a:pt x="4136" y="402"/>
                      <a:pt x="4236" y="351"/>
                      <a:pt x="4361" y="351"/>
                    </a:cubicBezTo>
                    <a:cubicBezTo>
                      <a:pt x="4487" y="377"/>
                      <a:pt x="4587" y="427"/>
                      <a:pt x="4662" y="527"/>
                    </a:cubicBezTo>
                    <a:lnTo>
                      <a:pt x="4862" y="778"/>
                    </a:lnTo>
                    <a:cubicBezTo>
                      <a:pt x="4963" y="928"/>
                      <a:pt x="5138" y="1003"/>
                      <a:pt x="5314" y="1028"/>
                    </a:cubicBezTo>
                    <a:cubicBezTo>
                      <a:pt x="5489" y="1028"/>
                      <a:pt x="5664" y="953"/>
                      <a:pt x="5790" y="828"/>
                    </a:cubicBezTo>
                    <a:lnTo>
                      <a:pt x="6291" y="301"/>
                    </a:lnTo>
                    <a:lnTo>
                      <a:pt x="6141" y="176"/>
                    </a:lnTo>
                    <a:lnTo>
                      <a:pt x="5639" y="702"/>
                    </a:lnTo>
                    <a:cubicBezTo>
                      <a:pt x="5564" y="803"/>
                      <a:pt x="5439" y="828"/>
                      <a:pt x="5314" y="828"/>
                    </a:cubicBezTo>
                    <a:cubicBezTo>
                      <a:pt x="5188" y="828"/>
                      <a:pt x="5088" y="778"/>
                      <a:pt x="5013" y="677"/>
                    </a:cubicBezTo>
                    <a:lnTo>
                      <a:pt x="4787" y="402"/>
                    </a:lnTo>
                    <a:cubicBezTo>
                      <a:pt x="4687" y="276"/>
                      <a:pt x="4537" y="201"/>
                      <a:pt x="4361" y="176"/>
                    </a:cubicBezTo>
                    <a:cubicBezTo>
                      <a:pt x="4211" y="176"/>
                      <a:pt x="4035" y="226"/>
                      <a:pt x="3910" y="326"/>
                    </a:cubicBezTo>
                    <a:lnTo>
                      <a:pt x="3509" y="702"/>
                    </a:lnTo>
                    <a:cubicBezTo>
                      <a:pt x="3427" y="764"/>
                      <a:pt x="3344" y="809"/>
                      <a:pt x="3262" y="809"/>
                    </a:cubicBezTo>
                    <a:cubicBezTo>
                      <a:pt x="3244" y="809"/>
                      <a:pt x="3226" y="807"/>
                      <a:pt x="3208" y="803"/>
                    </a:cubicBezTo>
                    <a:cubicBezTo>
                      <a:pt x="3083" y="803"/>
                      <a:pt x="2983" y="752"/>
                      <a:pt x="2908" y="677"/>
                    </a:cubicBezTo>
                    <a:lnTo>
                      <a:pt x="2557" y="276"/>
                    </a:lnTo>
                    <a:cubicBezTo>
                      <a:pt x="2456" y="151"/>
                      <a:pt x="2306" y="76"/>
                      <a:pt x="2156" y="76"/>
                    </a:cubicBezTo>
                    <a:cubicBezTo>
                      <a:pt x="2126" y="72"/>
                      <a:pt x="2098" y="69"/>
                      <a:pt x="2070" y="69"/>
                    </a:cubicBezTo>
                    <a:cubicBezTo>
                      <a:pt x="1931" y="69"/>
                      <a:pt x="1809" y="122"/>
                      <a:pt x="1705" y="226"/>
                    </a:cubicBezTo>
                    <a:lnTo>
                      <a:pt x="1228" y="627"/>
                    </a:lnTo>
                    <a:cubicBezTo>
                      <a:pt x="1151" y="694"/>
                      <a:pt x="1058" y="726"/>
                      <a:pt x="966" y="726"/>
                    </a:cubicBezTo>
                    <a:cubicBezTo>
                      <a:pt x="851" y="726"/>
                      <a:pt x="736" y="675"/>
                      <a:pt x="652" y="577"/>
                    </a:cubicBezTo>
                    <a:lnTo>
                      <a:pt x="1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59" name="Google Shape;1059;p21"/>
            <p:cNvGrpSpPr/>
            <p:nvPr/>
          </p:nvGrpSpPr>
          <p:grpSpPr>
            <a:xfrm>
              <a:off x="-7" y="167200"/>
              <a:ext cx="1266969" cy="226224"/>
              <a:chOff x="-7" y="167200"/>
              <a:chExt cx="1266969" cy="226224"/>
            </a:xfrm>
          </p:grpSpPr>
          <p:sp>
            <p:nvSpPr>
              <p:cNvPr id="1060" name="Google Shape;1060;p21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rect b="b" l="l" r="r" t="t"/>
                <a:pathLst>
                  <a:path extrusionOk="0" h="251" w="6317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21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rect b="b" l="l" r="r" t="t"/>
                <a:pathLst>
                  <a:path extrusionOk="0" h="276" w="3485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62" name="Google Shape;1062;p21"/>
          <p:cNvSpPr/>
          <p:nvPr/>
        </p:nvSpPr>
        <p:spPr>
          <a:xfrm>
            <a:off x="8636475" y="4719725"/>
            <a:ext cx="377400" cy="377400"/>
          </a:xfrm>
          <a:prstGeom prst="mathMultiply">
            <a:avLst>
              <a:gd fmla="val 16276" name="adj1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63" name="Google Shape;1063;p21"/>
          <p:cNvSpPr/>
          <p:nvPr/>
        </p:nvSpPr>
        <p:spPr>
          <a:xfrm>
            <a:off x="141850" y="450475"/>
            <a:ext cx="377400" cy="377400"/>
          </a:xfrm>
          <a:prstGeom prst="mathMultiply">
            <a:avLst>
              <a:gd fmla="val 16276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b="1" i="0" sz="35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b="1" i="0" sz="35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b="1" i="0" sz="35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b="1" i="0" sz="35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b="1" i="0" sz="35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b="1" i="0" sz="35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b="1" i="0" sz="35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b="1" i="0" sz="35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b="1" i="0" sz="35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●"/>
              <a:defRPr b="0" i="0" sz="1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○"/>
              <a:defRPr b="0" i="0" sz="1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■"/>
              <a:defRPr b="0" i="0" sz="1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●"/>
              <a:defRPr b="0" i="0" sz="1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○"/>
              <a:defRPr b="0" i="0" sz="1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■"/>
              <a:defRPr b="0" i="0" sz="1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●"/>
              <a:defRPr b="0" i="0" sz="1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○"/>
              <a:defRPr b="0" i="0" sz="1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■"/>
              <a:defRPr b="0" i="0" sz="1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22"/>
          <p:cNvSpPr txBox="1"/>
          <p:nvPr>
            <p:ph type="ctrTitle"/>
          </p:nvPr>
        </p:nvSpPr>
        <p:spPr>
          <a:xfrm>
            <a:off x="997150" y="605600"/>
            <a:ext cx="3758700" cy="140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ru" sz="3600"/>
              <a:t>Ф</a:t>
            </a:r>
            <a:r>
              <a:rPr lang="ru" sz="3900"/>
              <a:t>инальный про</a:t>
            </a:r>
            <a:r>
              <a:rPr lang="ru" sz="3600"/>
              <a:t>ект. </a:t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800"/>
          </a:p>
        </p:txBody>
      </p:sp>
      <p:sp>
        <p:nvSpPr>
          <p:cNvPr id="1069" name="Google Shape;1069;p22"/>
          <p:cNvSpPr txBox="1"/>
          <p:nvPr>
            <p:ph idx="1" type="subTitle"/>
          </p:nvPr>
        </p:nvSpPr>
        <p:spPr>
          <a:xfrm>
            <a:off x="538200" y="4659975"/>
            <a:ext cx="4035600" cy="33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"/>
              <a:t>Подготовил Hnelychko Andrii</a:t>
            </a:r>
            <a:endParaRPr/>
          </a:p>
        </p:txBody>
      </p:sp>
      <p:grpSp>
        <p:nvGrpSpPr>
          <p:cNvPr id="1070" name="Google Shape;1070;p22"/>
          <p:cNvGrpSpPr/>
          <p:nvPr/>
        </p:nvGrpSpPr>
        <p:grpSpPr>
          <a:xfrm>
            <a:off x="4951075" y="1238125"/>
            <a:ext cx="3285066" cy="3286950"/>
            <a:chOff x="5235950" y="859675"/>
            <a:chExt cx="3285066" cy="3286950"/>
          </a:xfrm>
        </p:grpSpPr>
        <p:sp>
          <p:nvSpPr>
            <p:cNvPr id="1071" name="Google Shape;1071;p22"/>
            <p:cNvSpPr/>
            <p:nvPr/>
          </p:nvSpPr>
          <p:spPr>
            <a:xfrm>
              <a:off x="5478353" y="2905396"/>
              <a:ext cx="2070476" cy="1119822"/>
            </a:xfrm>
            <a:custGeom>
              <a:rect b="b" l="l" r="r" t="t"/>
              <a:pathLst>
                <a:path extrusionOk="0" h="11346" w="20978">
                  <a:moveTo>
                    <a:pt x="3108" y="1"/>
                  </a:moveTo>
                  <a:lnTo>
                    <a:pt x="0" y="903"/>
                  </a:lnTo>
                  <a:cubicBezTo>
                    <a:pt x="1821" y="7235"/>
                    <a:pt x="7589" y="11346"/>
                    <a:pt x="13861" y="11346"/>
                  </a:cubicBezTo>
                  <a:cubicBezTo>
                    <a:pt x="15185" y="11346"/>
                    <a:pt x="16533" y="11162"/>
                    <a:pt x="17870" y="10778"/>
                  </a:cubicBezTo>
                  <a:cubicBezTo>
                    <a:pt x="18973" y="10477"/>
                    <a:pt x="20026" y="10026"/>
                    <a:pt x="20978" y="9474"/>
                  </a:cubicBezTo>
                  <a:lnTo>
                    <a:pt x="19399" y="6667"/>
                  </a:lnTo>
                  <a:cubicBezTo>
                    <a:pt x="18647" y="7093"/>
                    <a:pt x="17845" y="7419"/>
                    <a:pt x="16968" y="7670"/>
                  </a:cubicBezTo>
                  <a:cubicBezTo>
                    <a:pt x="15927" y="7973"/>
                    <a:pt x="14877" y="8117"/>
                    <a:pt x="13844" y="8117"/>
                  </a:cubicBezTo>
                  <a:cubicBezTo>
                    <a:pt x="8987" y="8117"/>
                    <a:pt x="4514" y="4920"/>
                    <a:pt x="3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22"/>
            <p:cNvSpPr/>
            <p:nvPr/>
          </p:nvSpPr>
          <p:spPr>
            <a:xfrm>
              <a:off x="5686114" y="1163962"/>
              <a:ext cx="1100872" cy="1100872"/>
            </a:xfrm>
            <a:custGeom>
              <a:rect b="b" l="l" r="r" t="t"/>
              <a:pathLst>
                <a:path extrusionOk="0" h="11154" w="11154">
                  <a:moveTo>
                    <a:pt x="11154" y="0"/>
                  </a:moveTo>
                  <a:cubicBezTo>
                    <a:pt x="4988" y="0"/>
                    <a:pt x="1" y="4988"/>
                    <a:pt x="1" y="11153"/>
                  </a:cubicBezTo>
                  <a:lnTo>
                    <a:pt x="11154" y="11153"/>
                  </a:lnTo>
                  <a:lnTo>
                    <a:pt x="111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22"/>
            <p:cNvSpPr/>
            <p:nvPr/>
          </p:nvSpPr>
          <p:spPr>
            <a:xfrm>
              <a:off x="5767738" y="1260390"/>
              <a:ext cx="2308041" cy="2310508"/>
            </a:xfrm>
            <a:custGeom>
              <a:rect b="b" l="l" r="r" t="t"/>
              <a:pathLst>
                <a:path extrusionOk="0" h="23410" w="23385">
                  <a:moveTo>
                    <a:pt x="11680" y="1"/>
                  </a:moveTo>
                  <a:lnTo>
                    <a:pt x="11680" y="11705"/>
                  </a:lnTo>
                  <a:lnTo>
                    <a:pt x="1" y="11705"/>
                  </a:lnTo>
                  <a:cubicBezTo>
                    <a:pt x="1" y="18171"/>
                    <a:pt x="5239" y="23409"/>
                    <a:pt x="11680" y="23409"/>
                  </a:cubicBezTo>
                  <a:cubicBezTo>
                    <a:pt x="18146" y="23409"/>
                    <a:pt x="23384" y="18171"/>
                    <a:pt x="23384" y="11705"/>
                  </a:cubicBezTo>
                  <a:cubicBezTo>
                    <a:pt x="23384" y="5239"/>
                    <a:pt x="18146" y="1"/>
                    <a:pt x="116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22"/>
            <p:cNvSpPr/>
            <p:nvPr/>
          </p:nvSpPr>
          <p:spPr>
            <a:xfrm>
              <a:off x="6895764" y="2413187"/>
              <a:ext cx="1625252" cy="1115677"/>
            </a:xfrm>
            <a:custGeom>
              <a:rect b="b" l="l" r="r" t="t"/>
              <a:pathLst>
                <a:path extrusionOk="0" h="11304" w="16467">
                  <a:moveTo>
                    <a:pt x="1529" y="827"/>
                  </a:moveTo>
                  <a:lnTo>
                    <a:pt x="15965" y="4612"/>
                  </a:lnTo>
                  <a:cubicBezTo>
                    <a:pt x="15339" y="6742"/>
                    <a:pt x="14286" y="8672"/>
                    <a:pt x="12883" y="10401"/>
                  </a:cubicBezTo>
                  <a:cubicBezTo>
                    <a:pt x="12782" y="10526"/>
                    <a:pt x="12682" y="10627"/>
                    <a:pt x="12582" y="10727"/>
                  </a:cubicBezTo>
                  <a:lnTo>
                    <a:pt x="1529" y="827"/>
                  </a:lnTo>
                  <a:close/>
                  <a:moveTo>
                    <a:pt x="0" y="0"/>
                  </a:moveTo>
                  <a:lnTo>
                    <a:pt x="12632" y="11303"/>
                  </a:lnTo>
                  <a:lnTo>
                    <a:pt x="12757" y="11153"/>
                  </a:lnTo>
                  <a:cubicBezTo>
                    <a:pt x="12908" y="11003"/>
                    <a:pt x="13058" y="10827"/>
                    <a:pt x="13183" y="10677"/>
                  </a:cubicBezTo>
                  <a:cubicBezTo>
                    <a:pt x="14687" y="8847"/>
                    <a:pt x="15790" y="6767"/>
                    <a:pt x="16417" y="4511"/>
                  </a:cubicBezTo>
                  <a:lnTo>
                    <a:pt x="16467" y="43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22"/>
            <p:cNvSpPr/>
            <p:nvPr/>
          </p:nvSpPr>
          <p:spPr>
            <a:xfrm>
              <a:off x="5498093" y="2415654"/>
              <a:ext cx="1422527" cy="1241812"/>
            </a:xfrm>
            <a:custGeom>
              <a:rect b="b" l="l" r="r" t="t"/>
              <a:pathLst>
                <a:path extrusionOk="0" h="12582" w="14413">
                  <a:moveTo>
                    <a:pt x="14412" y="0"/>
                  </a:moveTo>
                  <a:lnTo>
                    <a:pt x="1" y="2381"/>
                  </a:lnTo>
                  <a:cubicBezTo>
                    <a:pt x="703" y="6717"/>
                    <a:pt x="3334" y="10401"/>
                    <a:pt x="6968" y="12582"/>
                  </a:cubicBezTo>
                  <a:lnTo>
                    <a:pt x="144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22"/>
            <p:cNvSpPr/>
            <p:nvPr/>
          </p:nvSpPr>
          <p:spPr>
            <a:xfrm>
              <a:off x="7232129" y="1549873"/>
              <a:ext cx="178248" cy="175682"/>
            </a:xfrm>
            <a:custGeom>
              <a:rect b="b" l="l" r="r" t="t"/>
              <a:pathLst>
                <a:path extrusionOk="0" h="1780" w="1806">
                  <a:moveTo>
                    <a:pt x="277" y="0"/>
                  </a:moveTo>
                  <a:lnTo>
                    <a:pt x="1" y="276"/>
                  </a:lnTo>
                  <a:lnTo>
                    <a:pt x="1505" y="1780"/>
                  </a:lnTo>
                  <a:lnTo>
                    <a:pt x="1805" y="1504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22"/>
            <p:cNvSpPr/>
            <p:nvPr/>
          </p:nvSpPr>
          <p:spPr>
            <a:xfrm>
              <a:off x="7232129" y="1549873"/>
              <a:ext cx="175780" cy="175682"/>
            </a:xfrm>
            <a:custGeom>
              <a:rect b="b" l="l" r="r" t="t"/>
              <a:pathLst>
                <a:path extrusionOk="0" h="1780" w="1781">
                  <a:moveTo>
                    <a:pt x="1505" y="0"/>
                  </a:moveTo>
                  <a:lnTo>
                    <a:pt x="1" y="1504"/>
                  </a:lnTo>
                  <a:lnTo>
                    <a:pt x="302" y="1780"/>
                  </a:lnTo>
                  <a:lnTo>
                    <a:pt x="1780" y="276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22"/>
            <p:cNvSpPr/>
            <p:nvPr/>
          </p:nvSpPr>
          <p:spPr>
            <a:xfrm>
              <a:off x="5456048" y="1794743"/>
              <a:ext cx="178248" cy="175682"/>
            </a:xfrm>
            <a:custGeom>
              <a:rect b="b" l="l" r="r" t="t"/>
              <a:pathLst>
                <a:path extrusionOk="0" h="1780" w="1806">
                  <a:moveTo>
                    <a:pt x="277" y="0"/>
                  </a:moveTo>
                  <a:lnTo>
                    <a:pt x="1" y="276"/>
                  </a:lnTo>
                  <a:lnTo>
                    <a:pt x="1530" y="1780"/>
                  </a:lnTo>
                  <a:lnTo>
                    <a:pt x="1805" y="1504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22"/>
            <p:cNvSpPr/>
            <p:nvPr/>
          </p:nvSpPr>
          <p:spPr>
            <a:xfrm>
              <a:off x="5456048" y="1794743"/>
              <a:ext cx="178248" cy="175682"/>
            </a:xfrm>
            <a:custGeom>
              <a:rect b="b" l="l" r="r" t="t"/>
              <a:pathLst>
                <a:path extrusionOk="0" h="1780" w="1806">
                  <a:moveTo>
                    <a:pt x="1505" y="0"/>
                  </a:moveTo>
                  <a:lnTo>
                    <a:pt x="1" y="1504"/>
                  </a:lnTo>
                  <a:lnTo>
                    <a:pt x="302" y="1780"/>
                  </a:lnTo>
                  <a:lnTo>
                    <a:pt x="1805" y="276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22"/>
            <p:cNvSpPr/>
            <p:nvPr/>
          </p:nvSpPr>
          <p:spPr>
            <a:xfrm>
              <a:off x="6084363" y="998248"/>
              <a:ext cx="207956" cy="207857"/>
            </a:xfrm>
            <a:custGeom>
              <a:rect b="b" l="l" r="r" t="t"/>
              <a:pathLst>
                <a:path extrusionOk="0" h="2106" w="2107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rgbClr val="6186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22"/>
            <p:cNvSpPr/>
            <p:nvPr/>
          </p:nvSpPr>
          <p:spPr>
            <a:xfrm>
              <a:off x="6084363" y="998248"/>
              <a:ext cx="207956" cy="207857"/>
            </a:xfrm>
            <a:custGeom>
              <a:rect b="b" l="l" r="r" t="t"/>
              <a:pathLst>
                <a:path extrusionOk="0" h="2106" w="2107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22"/>
            <p:cNvSpPr/>
            <p:nvPr/>
          </p:nvSpPr>
          <p:spPr>
            <a:xfrm>
              <a:off x="8211712" y="2037146"/>
              <a:ext cx="34742" cy="54481"/>
            </a:xfrm>
            <a:custGeom>
              <a:rect b="b" l="l" r="r" t="t"/>
              <a:pathLst>
                <a:path extrusionOk="0" h="552" w="352">
                  <a:moveTo>
                    <a:pt x="1" y="0"/>
                  </a:moveTo>
                  <a:lnTo>
                    <a:pt x="1" y="552"/>
                  </a:lnTo>
                  <a:lnTo>
                    <a:pt x="352" y="552"/>
                  </a:lnTo>
                  <a:lnTo>
                    <a:pt x="3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22"/>
            <p:cNvSpPr/>
            <p:nvPr/>
          </p:nvSpPr>
          <p:spPr>
            <a:xfrm>
              <a:off x="8211712" y="2116302"/>
              <a:ext cx="34742" cy="54481"/>
            </a:xfrm>
            <a:custGeom>
              <a:rect b="b" l="l" r="r" t="t"/>
              <a:pathLst>
                <a:path extrusionOk="0" h="552" w="352">
                  <a:moveTo>
                    <a:pt x="1" y="0"/>
                  </a:moveTo>
                  <a:lnTo>
                    <a:pt x="1" y="552"/>
                  </a:lnTo>
                  <a:lnTo>
                    <a:pt x="352" y="552"/>
                  </a:lnTo>
                  <a:lnTo>
                    <a:pt x="3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22"/>
            <p:cNvSpPr/>
            <p:nvPr/>
          </p:nvSpPr>
          <p:spPr>
            <a:xfrm>
              <a:off x="8211712" y="2195458"/>
              <a:ext cx="34742" cy="54481"/>
            </a:xfrm>
            <a:custGeom>
              <a:rect b="b" l="l" r="r" t="t"/>
              <a:pathLst>
                <a:path extrusionOk="0" h="552" w="352">
                  <a:moveTo>
                    <a:pt x="1" y="1"/>
                  </a:moveTo>
                  <a:lnTo>
                    <a:pt x="1" y="552"/>
                  </a:lnTo>
                  <a:lnTo>
                    <a:pt x="352" y="55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22"/>
            <p:cNvSpPr/>
            <p:nvPr/>
          </p:nvSpPr>
          <p:spPr>
            <a:xfrm>
              <a:off x="8211712" y="2274614"/>
              <a:ext cx="34742" cy="54481"/>
            </a:xfrm>
            <a:custGeom>
              <a:rect b="b" l="l" r="r" t="t"/>
              <a:pathLst>
                <a:path extrusionOk="0" h="552" w="352">
                  <a:moveTo>
                    <a:pt x="1" y="1"/>
                  </a:moveTo>
                  <a:lnTo>
                    <a:pt x="1" y="552"/>
                  </a:lnTo>
                  <a:lnTo>
                    <a:pt x="352" y="55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22"/>
            <p:cNvSpPr/>
            <p:nvPr/>
          </p:nvSpPr>
          <p:spPr>
            <a:xfrm>
              <a:off x="8211712" y="2353770"/>
              <a:ext cx="34742" cy="52014"/>
            </a:xfrm>
            <a:custGeom>
              <a:rect b="b" l="l" r="r" t="t"/>
              <a:pathLst>
                <a:path extrusionOk="0" h="527" w="352">
                  <a:moveTo>
                    <a:pt x="1" y="1"/>
                  </a:moveTo>
                  <a:lnTo>
                    <a:pt x="1" y="527"/>
                  </a:lnTo>
                  <a:lnTo>
                    <a:pt x="352" y="527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22"/>
            <p:cNvSpPr/>
            <p:nvPr/>
          </p:nvSpPr>
          <p:spPr>
            <a:xfrm>
              <a:off x="8211712" y="2432927"/>
              <a:ext cx="34742" cy="52014"/>
            </a:xfrm>
            <a:custGeom>
              <a:rect b="b" l="l" r="r" t="t"/>
              <a:pathLst>
                <a:path extrusionOk="0" h="527" w="352">
                  <a:moveTo>
                    <a:pt x="1" y="1"/>
                  </a:moveTo>
                  <a:lnTo>
                    <a:pt x="1" y="527"/>
                  </a:lnTo>
                  <a:lnTo>
                    <a:pt x="352" y="527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22"/>
            <p:cNvSpPr/>
            <p:nvPr/>
          </p:nvSpPr>
          <p:spPr>
            <a:xfrm>
              <a:off x="8211712" y="2512083"/>
              <a:ext cx="34742" cy="52014"/>
            </a:xfrm>
            <a:custGeom>
              <a:rect b="b" l="l" r="r" t="t"/>
              <a:pathLst>
                <a:path extrusionOk="0" h="527" w="352">
                  <a:moveTo>
                    <a:pt x="1" y="1"/>
                  </a:moveTo>
                  <a:lnTo>
                    <a:pt x="1" y="527"/>
                  </a:lnTo>
                  <a:lnTo>
                    <a:pt x="352" y="527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22"/>
            <p:cNvSpPr/>
            <p:nvPr/>
          </p:nvSpPr>
          <p:spPr>
            <a:xfrm>
              <a:off x="6920537" y="859675"/>
              <a:ext cx="1212104" cy="818893"/>
            </a:xfrm>
            <a:custGeom>
              <a:rect b="b" l="l" r="r" t="t"/>
              <a:pathLst>
                <a:path extrusionOk="0" h="8297" w="12281">
                  <a:moveTo>
                    <a:pt x="0" y="1"/>
                  </a:moveTo>
                  <a:lnTo>
                    <a:pt x="0" y="2557"/>
                  </a:lnTo>
                  <a:cubicBezTo>
                    <a:pt x="91" y="2555"/>
                    <a:pt x="182" y="2554"/>
                    <a:pt x="272" y="2554"/>
                  </a:cubicBezTo>
                  <a:cubicBezTo>
                    <a:pt x="4545" y="2554"/>
                    <a:pt x="8289" y="4860"/>
                    <a:pt x="10351" y="8296"/>
                  </a:cubicBezTo>
                  <a:lnTo>
                    <a:pt x="12281" y="6492"/>
                  </a:lnTo>
                  <a:cubicBezTo>
                    <a:pt x="9749" y="2532"/>
                    <a:pt x="4988" y="76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22"/>
            <p:cNvSpPr/>
            <p:nvPr/>
          </p:nvSpPr>
          <p:spPr>
            <a:xfrm>
              <a:off x="7734307" y="1826919"/>
              <a:ext cx="623472" cy="24773"/>
            </a:xfrm>
            <a:custGeom>
              <a:rect b="b" l="l" r="r" t="t"/>
              <a:pathLst>
                <a:path extrusionOk="0" h="251" w="6317">
                  <a:moveTo>
                    <a:pt x="1" y="0"/>
                  </a:moveTo>
                  <a:lnTo>
                    <a:pt x="1" y="251"/>
                  </a:lnTo>
                  <a:lnTo>
                    <a:pt x="6317" y="251"/>
                  </a:lnTo>
                  <a:lnTo>
                    <a:pt x="63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22"/>
            <p:cNvSpPr/>
            <p:nvPr/>
          </p:nvSpPr>
          <p:spPr>
            <a:xfrm>
              <a:off x="7744177" y="1911010"/>
              <a:ext cx="343961" cy="27241"/>
            </a:xfrm>
            <a:custGeom>
              <a:rect b="b" l="l" r="r" t="t"/>
              <a:pathLst>
                <a:path extrusionOk="0" h="276" w="3485">
                  <a:moveTo>
                    <a:pt x="1" y="0"/>
                  </a:moveTo>
                  <a:lnTo>
                    <a:pt x="1" y="276"/>
                  </a:lnTo>
                  <a:lnTo>
                    <a:pt x="3485" y="276"/>
                  </a:lnTo>
                  <a:lnTo>
                    <a:pt x="34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22"/>
            <p:cNvSpPr/>
            <p:nvPr/>
          </p:nvSpPr>
          <p:spPr>
            <a:xfrm>
              <a:off x="5235950" y="2749551"/>
              <a:ext cx="621005" cy="101560"/>
            </a:xfrm>
            <a:custGeom>
              <a:rect b="b" l="l" r="r" t="t"/>
              <a:pathLst>
                <a:path extrusionOk="0" h="1029" w="6292">
                  <a:moveTo>
                    <a:pt x="126" y="1"/>
                  </a:moveTo>
                  <a:lnTo>
                    <a:pt x="0" y="126"/>
                  </a:lnTo>
                  <a:lnTo>
                    <a:pt x="502" y="702"/>
                  </a:lnTo>
                  <a:cubicBezTo>
                    <a:pt x="627" y="842"/>
                    <a:pt x="799" y="911"/>
                    <a:pt x="969" y="911"/>
                  </a:cubicBezTo>
                  <a:cubicBezTo>
                    <a:pt x="1106" y="911"/>
                    <a:pt x="1242" y="867"/>
                    <a:pt x="1354" y="778"/>
                  </a:cubicBezTo>
                  <a:lnTo>
                    <a:pt x="1830" y="351"/>
                  </a:lnTo>
                  <a:cubicBezTo>
                    <a:pt x="1905" y="276"/>
                    <a:pt x="2030" y="251"/>
                    <a:pt x="2131" y="251"/>
                  </a:cubicBezTo>
                  <a:cubicBezTo>
                    <a:pt x="2256" y="251"/>
                    <a:pt x="2356" y="301"/>
                    <a:pt x="2431" y="402"/>
                  </a:cubicBezTo>
                  <a:lnTo>
                    <a:pt x="2757" y="778"/>
                  </a:lnTo>
                  <a:cubicBezTo>
                    <a:pt x="2882" y="903"/>
                    <a:pt x="3033" y="978"/>
                    <a:pt x="3183" y="1003"/>
                  </a:cubicBezTo>
                  <a:cubicBezTo>
                    <a:pt x="3359" y="1003"/>
                    <a:pt x="3509" y="953"/>
                    <a:pt x="3634" y="828"/>
                  </a:cubicBezTo>
                  <a:lnTo>
                    <a:pt x="4035" y="477"/>
                  </a:lnTo>
                  <a:cubicBezTo>
                    <a:pt x="4136" y="402"/>
                    <a:pt x="4236" y="351"/>
                    <a:pt x="4361" y="351"/>
                  </a:cubicBezTo>
                  <a:cubicBezTo>
                    <a:pt x="4487" y="377"/>
                    <a:pt x="4587" y="427"/>
                    <a:pt x="4662" y="527"/>
                  </a:cubicBezTo>
                  <a:lnTo>
                    <a:pt x="4862" y="778"/>
                  </a:lnTo>
                  <a:cubicBezTo>
                    <a:pt x="4963" y="928"/>
                    <a:pt x="5138" y="1003"/>
                    <a:pt x="5314" y="1028"/>
                  </a:cubicBezTo>
                  <a:cubicBezTo>
                    <a:pt x="5489" y="1028"/>
                    <a:pt x="5664" y="953"/>
                    <a:pt x="5790" y="828"/>
                  </a:cubicBezTo>
                  <a:lnTo>
                    <a:pt x="6291" y="301"/>
                  </a:lnTo>
                  <a:lnTo>
                    <a:pt x="6141" y="176"/>
                  </a:lnTo>
                  <a:lnTo>
                    <a:pt x="5639" y="702"/>
                  </a:lnTo>
                  <a:cubicBezTo>
                    <a:pt x="5564" y="803"/>
                    <a:pt x="5439" y="828"/>
                    <a:pt x="5314" y="828"/>
                  </a:cubicBezTo>
                  <a:cubicBezTo>
                    <a:pt x="5188" y="828"/>
                    <a:pt x="5088" y="778"/>
                    <a:pt x="5013" y="677"/>
                  </a:cubicBezTo>
                  <a:lnTo>
                    <a:pt x="4787" y="402"/>
                  </a:lnTo>
                  <a:cubicBezTo>
                    <a:pt x="4687" y="276"/>
                    <a:pt x="4537" y="201"/>
                    <a:pt x="4361" y="176"/>
                  </a:cubicBezTo>
                  <a:cubicBezTo>
                    <a:pt x="4211" y="176"/>
                    <a:pt x="4035" y="226"/>
                    <a:pt x="3910" y="326"/>
                  </a:cubicBezTo>
                  <a:lnTo>
                    <a:pt x="3509" y="702"/>
                  </a:lnTo>
                  <a:cubicBezTo>
                    <a:pt x="3427" y="764"/>
                    <a:pt x="3344" y="809"/>
                    <a:pt x="3262" y="809"/>
                  </a:cubicBezTo>
                  <a:cubicBezTo>
                    <a:pt x="3244" y="809"/>
                    <a:pt x="3226" y="807"/>
                    <a:pt x="3208" y="803"/>
                  </a:cubicBezTo>
                  <a:cubicBezTo>
                    <a:pt x="3083" y="803"/>
                    <a:pt x="2983" y="752"/>
                    <a:pt x="2908" y="677"/>
                  </a:cubicBezTo>
                  <a:lnTo>
                    <a:pt x="2557" y="276"/>
                  </a:lnTo>
                  <a:cubicBezTo>
                    <a:pt x="2456" y="151"/>
                    <a:pt x="2306" y="76"/>
                    <a:pt x="2156" y="76"/>
                  </a:cubicBezTo>
                  <a:cubicBezTo>
                    <a:pt x="2126" y="72"/>
                    <a:pt x="2098" y="69"/>
                    <a:pt x="2070" y="69"/>
                  </a:cubicBezTo>
                  <a:cubicBezTo>
                    <a:pt x="1931" y="69"/>
                    <a:pt x="1809" y="122"/>
                    <a:pt x="1705" y="226"/>
                  </a:cubicBezTo>
                  <a:lnTo>
                    <a:pt x="1228" y="627"/>
                  </a:lnTo>
                  <a:cubicBezTo>
                    <a:pt x="1151" y="694"/>
                    <a:pt x="1058" y="726"/>
                    <a:pt x="966" y="726"/>
                  </a:cubicBezTo>
                  <a:cubicBezTo>
                    <a:pt x="851" y="726"/>
                    <a:pt x="736" y="675"/>
                    <a:pt x="652" y="577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22"/>
            <p:cNvSpPr/>
            <p:nvPr/>
          </p:nvSpPr>
          <p:spPr>
            <a:xfrm>
              <a:off x="6814239" y="3180764"/>
              <a:ext cx="185551" cy="563464"/>
            </a:xfrm>
            <a:custGeom>
              <a:rect b="b" l="l" r="r" t="t"/>
              <a:pathLst>
                <a:path extrusionOk="0" h="5709" w="1880">
                  <a:moveTo>
                    <a:pt x="662" y="0"/>
                  </a:moveTo>
                  <a:cubicBezTo>
                    <a:pt x="389" y="0"/>
                    <a:pt x="147" y="228"/>
                    <a:pt x="100" y="769"/>
                  </a:cubicBezTo>
                  <a:cubicBezTo>
                    <a:pt x="1" y="2375"/>
                    <a:pt x="97" y="5709"/>
                    <a:pt x="771" y="5709"/>
                  </a:cubicBezTo>
                  <a:cubicBezTo>
                    <a:pt x="781" y="5709"/>
                    <a:pt x="791" y="5708"/>
                    <a:pt x="801" y="5707"/>
                  </a:cubicBezTo>
                  <a:cubicBezTo>
                    <a:pt x="1503" y="5632"/>
                    <a:pt x="1879" y="5331"/>
                    <a:pt x="1428" y="5256"/>
                  </a:cubicBezTo>
                  <a:cubicBezTo>
                    <a:pt x="1002" y="5206"/>
                    <a:pt x="1002" y="5155"/>
                    <a:pt x="977" y="5030"/>
                  </a:cubicBezTo>
                  <a:cubicBezTo>
                    <a:pt x="952" y="4228"/>
                    <a:pt x="1428" y="2649"/>
                    <a:pt x="1553" y="1471"/>
                  </a:cubicBezTo>
                  <a:cubicBezTo>
                    <a:pt x="1647" y="615"/>
                    <a:pt x="1111" y="0"/>
                    <a:pt x="662" y="0"/>
                  </a:cubicBezTo>
                  <a:close/>
                </a:path>
              </a:pathLst>
            </a:custGeom>
            <a:solidFill>
              <a:srgbClr val="8050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22"/>
            <p:cNvSpPr/>
            <p:nvPr/>
          </p:nvSpPr>
          <p:spPr>
            <a:xfrm>
              <a:off x="6858653" y="3699424"/>
              <a:ext cx="168279" cy="54086"/>
            </a:xfrm>
            <a:custGeom>
              <a:rect b="b" l="l" r="r" t="t"/>
              <a:pathLst>
                <a:path extrusionOk="0" h="548" w="1705">
                  <a:moveTo>
                    <a:pt x="978" y="1"/>
                  </a:moveTo>
                  <a:cubicBezTo>
                    <a:pt x="808" y="170"/>
                    <a:pt x="551" y="211"/>
                    <a:pt x="343" y="211"/>
                  </a:cubicBezTo>
                  <a:cubicBezTo>
                    <a:pt x="151" y="211"/>
                    <a:pt x="0" y="176"/>
                    <a:pt x="0" y="176"/>
                  </a:cubicBezTo>
                  <a:lnTo>
                    <a:pt x="0" y="176"/>
                  </a:lnTo>
                  <a:cubicBezTo>
                    <a:pt x="34" y="452"/>
                    <a:pt x="207" y="548"/>
                    <a:pt x="428" y="548"/>
                  </a:cubicBezTo>
                  <a:cubicBezTo>
                    <a:pt x="708" y="548"/>
                    <a:pt x="1065" y="392"/>
                    <a:pt x="1304" y="251"/>
                  </a:cubicBezTo>
                  <a:cubicBezTo>
                    <a:pt x="1705" y="1"/>
                    <a:pt x="978" y="1"/>
                    <a:pt x="9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22"/>
            <p:cNvSpPr/>
            <p:nvPr/>
          </p:nvSpPr>
          <p:spPr>
            <a:xfrm>
              <a:off x="6448166" y="3574669"/>
              <a:ext cx="200455" cy="562674"/>
            </a:xfrm>
            <a:custGeom>
              <a:rect b="b" l="l" r="r" t="t"/>
              <a:pathLst>
                <a:path extrusionOk="0" h="5701" w="2031">
                  <a:moveTo>
                    <a:pt x="1066" y="0"/>
                  </a:moveTo>
                  <a:cubicBezTo>
                    <a:pt x="813" y="0"/>
                    <a:pt x="581" y="210"/>
                    <a:pt x="500" y="713"/>
                  </a:cubicBezTo>
                  <a:cubicBezTo>
                    <a:pt x="226" y="2311"/>
                    <a:pt x="1" y="5701"/>
                    <a:pt x="693" y="5701"/>
                  </a:cubicBezTo>
                  <a:cubicBezTo>
                    <a:pt x="696" y="5701"/>
                    <a:pt x="698" y="5701"/>
                    <a:pt x="701" y="5701"/>
                  </a:cubicBezTo>
                  <a:cubicBezTo>
                    <a:pt x="1428" y="5676"/>
                    <a:pt x="1804" y="5400"/>
                    <a:pt x="1377" y="5300"/>
                  </a:cubicBezTo>
                  <a:cubicBezTo>
                    <a:pt x="951" y="5200"/>
                    <a:pt x="951" y="5149"/>
                    <a:pt x="951" y="5024"/>
                  </a:cubicBezTo>
                  <a:cubicBezTo>
                    <a:pt x="976" y="4222"/>
                    <a:pt x="1628" y="2693"/>
                    <a:pt x="1854" y="1540"/>
                  </a:cubicBezTo>
                  <a:cubicBezTo>
                    <a:pt x="2031" y="672"/>
                    <a:pt x="1516" y="0"/>
                    <a:pt x="1066" y="0"/>
                  </a:cubicBezTo>
                  <a:close/>
                </a:path>
              </a:pathLst>
            </a:custGeom>
            <a:solidFill>
              <a:srgbClr val="8050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6485079" y="4097671"/>
              <a:ext cx="168378" cy="48954"/>
            </a:xfrm>
            <a:custGeom>
              <a:rect b="b" l="l" r="r" t="t"/>
              <a:pathLst>
                <a:path extrusionOk="0" h="496" w="1706">
                  <a:moveTo>
                    <a:pt x="1003" y="1"/>
                  </a:moveTo>
                  <a:cubicBezTo>
                    <a:pt x="863" y="121"/>
                    <a:pt x="675" y="157"/>
                    <a:pt x="499" y="157"/>
                  </a:cubicBezTo>
                  <a:cubicBezTo>
                    <a:pt x="236" y="157"/>
                    <a:pt x="1" y="76"/>
                    <a:pt x="1" y="76"/>
                  </a:cubicBezTo>
                  <a:lnTo>
                    <a:pt x="1" y="76"/>
                  </a:lnTo>
                  <a:cubicBezTo>
                    <a:pt x="14" y="389"/>
                    <a:pt x="227" y="496"/>
                    <a:pt x="490" y="496"/>
                  </a:cubicBezTo>
                  <a:cubicBezTo>
                    <a:pt x="753" y="496"/>
                    <a:pt x="1066" y="389"/>
                    <a:pt x="1279" y="276"/>
                  </a:cubicBezTo>
                  <a:cubicBezTo>
                    <a:pt x="1705" y="76"/>
                    <a:pt x="1003" y="1"/>
                    <a:pt x="10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6344137" y="3080980"/>
              <a:ext cx="309318" cy="911669"/>
            </a:xfrm>
            <a:custGeom>
              <a:rect b="b" l="l" r="r" t="t"/>
              <a:pathLst>
                <a:path extrusionOk="0" h="9237" w="3134">
                  <a:moveTo>
                    <a:pt x="2181" y="1"/>
                  </a:moveTo>
                  <a:lnTo>
                    <a:pt x="1604" y="126"/>
                  </a:lnTo>
                  <a:lnTo>
                    <a:pt x="1128" y="227"/>
                  </a:lnTo>
                  <a:lnTo>
                    <a:pt x="978" y="277"/>
                  </a:lnTo>
                  <a:lnTo>
                    <a:pt x="251" y="427"/>
                  </a:lnTo>
                  <a:cubicBezTo>
                    <a:pt x="101" y="878"/>
                    <a:pt x="0" y="1179"/>
                    <a:pt x="25" y="1580"/>
                  </a:cubicBezTo>
                  <a:cubicBezTo>
                    <a:pt x="51" y="1956"/>
                    <a:pt x="176" y="2432"/>
                    <a:pt x="426" y="3259"/>
                  </a:cubicBezTo>
                  <a:cubicBezTo>
                    <a:pt x="627" y="3836"/>
                    <a:pt x="1028" y="4713"/>
                    <a:pt x="1078" y="5239"/>
                  </a:cubicBezTo>
                  <a:cubicBezTo>
                    <a:pt x="1254" y="7169"/>
                    <a:pt x="1003" y="7395"/>
                    <a:pt x="1279" y="9074"/>
                  </a:cubicBezTo>
                  <a:cubicBezTo>
                    <a:pt x="1304" y="9186"/>
                    <a:pt x="1542" y="9237"/>
                    <a:pt x="1783" y="9237"/>
                  </a:cubicBezTo>
                  <a:cubicBezTo>
                    <a:pt x="2024" y="9237"/>
                    <a:pt x="2269" y="9186"/>
                    <a:pt x="2306" y="9099"/>
                  </a:cubicBezTo>
                  <a:cubicBezTo>
                    <a:pt x="3133" y="7344"/>
                    <a:pt x="3083" y="5339"/>
                    <a:pt x="3083" y="4312"/>
                  </a:cubicBezTo>
                  <a:cubicBezTo>
                    <a:pt x="3083" y="3861"/>
                    <a:pt x="3083" y="3585"/>
                    <a:pt x="2908" y="2608"/>
                  </a:cubicBezTo>
                  <a:cubicBezTo>
                    <a:pt x="2883" y="2507"/>
                    <a:pt x="2858" y="2432"/>
                    <a:pt x="2858" y="2332"/>
                  </a:cubicBezTo>
                  <a:cubicBezTo>
                    <a:pt x="2807" y="2056"/>
                    <a:pt x="2732" y="1705"/>
                    <a:pt x="2632" y="1279"/>
                  </a:cubicBezTo>
                  <a:cubicBezTo>
                    <a:pt x="2532" y="803"/>
                    <a:pt x="2331" y="327"/>
                    <a:pt x="2231" y="101"/>
                  </a:cubicBezTo>
                  <a:cubicBezTo>
                    <a:pt x="2206" y="26"/>
                    <a:pt x="2181" y="1"/>
                    <a:pt x="21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6413424" y="3155201"/>
              <a:ext cx="222662" cy="226215"/>
            </a:xfrm>
            <a:custGeom>
              <a:rect b="b" l="l" r="r" t="t"/>
              <a:pathLst>
                <a:path extrusionOk="0" h="2292" w="2256">
                  <a:moveTo>
                    <a:pt x="251" y="1"/>
                  </a:moveTo>
                  <a:lnTo>
                    <a:pt x="251" y="1"/>
                  </a:lnTo>
                  <a:cubicBezTo>
                    <a:pt x="50" y="627"/>
                    <a:pt x="0" y="1630"/>
                    <a:pt x="727" y="2131"/>
                  </a:cubicBezTo>
                  <a:cubicBezTo>
                    <a:pt x="897" y="2241"/>
                    <a:pt x="1138" y="2291"/>
                    <a:pt x="1402" y="2291"/>
                  </a:cubicBezTo>
                  <a:cubicBezTo>
                    <a:pt x="1681" y="2291"/>
                    <a:pt x="1985" y="2234"/>
                    <a:pt x="2256" y="2131"/>
                  </a:cubicBezTo>
                  <a:cubicBezTo>
                    <a:pt x="2181" y="1805"/>
                    <a:pt x="2055" y="1079"/>
                    <a:pt x="1930" y="527"/>
                  </a:cubicBezTo>
                  <a:cubicBezTo>
                    <a:pt x="1905" y="377"/>
                    <a:pt x="1855" y="226"/>
                    <a:pt x="1830" y="101"/>
                  </a:cubicBezTo>
                  <a:lnTo>
                    <a:pt x="2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22"/>
            <p:cNvSpPr/>
            <p:nvPr/>
          </p:nvSpPr>
          <p:spPr>
            <a:xfrm>
              <a:off x="6410956" y="2952573"/>
              <a:ext cx="630874" cy="627124"/>
            </a:xfrm>
            <a:custGeom>
              <a:rect b="b" l="l" r="r" t="t"/>
              <a:pathLst>
                <a:path extrusionOk="0" h="6354" w="6392">
                  <a:moveTo>
                    <a:pt x="4919" y="1"/>
                  </a:moveTo>
                  <a:cubicBezTo>
                    <a:pt x="4332" y="1"/>
                    <a:pt x="3606" y="365"/>
                    <a:pt x="3083" y="675"/>
                  </a:cubicBezTo>
                  <a:cubicBezTo>
                    <a:pt x="2707" y="901"/>
                    <a:pt x="2431" y="1101"/>
                    <a:pt x="2431" y="1101"/>
                  </a:cubicBezTo>
                  <a:lnTo>
                    <a:pt x="501" y="1177"/>
                  </a:lnTo>
                  <a:cubicBezTo>
                    <a:pt x="501" y="1177"/>
                    <a:pt x="401" y="1327"/>
                    <a:pt x="301" y="1578"/>
                  </a:cubicBezTo>
                  <a:cubicBezTo>
                    <a:pt x="176" y="1903"/>
                    <a:pt x="0" y="2430"/>
                    <a:pt x="75" y="2931"/>
                  </a:cubicBezTo>
                  <a:cubicBezTo>
                    <a:pt x="125" y="3307"/>
                    <a:pt x="176" y="3583"/>
                    <a:pt x="551" y="3833"/>
                  </a:cubicBezTo>
                  <a:cubicBezTo>
                    <a:pt x="662" y="3910"/>
                    <a:pt x="815" y="3943"/>
                    <a:pt x="992" y="3943"/>
                  </a:cubicBezTo>
                  <a:cubicBezTo>
                    <a:pt x="1340" y="3943"/>
                    <a:pt x="1782" y="3815"/>
                    <a:pt x="2181" y="3633"/>
                  </a:cubicBezTo>
                  <a:cubicBezTo>
                    <a:pt x="2717" y="3390"/>
                    <a:pt x="3242" y="3112"/>
                    <a:pt x="3532" y="3112"/>
                  </a:cubicBezTo>
                  <a:cubicBezTo>
                    <a:pt x="3662" y="3112"/>
                    <a:pt x="3744" y="3168"/>
                    <a:pt x="3760" y="3307"/>
                  </a:cubicBezTo>
                  <a:cubicBezTo>
                    <a:pt x="3885" y="4836"/>
                    <a:pt x="4085" y="6264"/>
                    <a:pt x="4085" y="6264"/>
                  </a:cubicBezTo>
                  <a:cubicBezTo>
                    <a:pt x="4267" y="6329"/>
                    <a:pt x="4445" y="6354"/>
                    <a:pt x="4610" y="6354"/>
                  </a:cubicBezTo>
                  <a:cubicBezTo>
                    <a:pt x="5152" y="6354"/>
                    <a:pt x="5564" y="6089"/>
                    <a:pt x="5564" y="6089"/>
                  </a:cubicBezTo>
                  <a:cubicBezTo>
                    <a:pt x="5564" y="6089"/>
                    <a:pt x="6391" y="1427"/>
                    <a:pt x="5689" y="375"/>
                  </a:cubicBezTo>
                  <a:cubicBezTo>
                    <a:pt x="5506" y="104"/>
                    <a:pt x="5232" y="1"/>
                    <a:pt x="49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22"/>
            <p:cNvSpPr/>
            <p:nvPr/>
          </p:nvSpPr>
          <p:spPr>
            <a:xfrm>
              <a:off x="6344137" y="3061240"/>
              <a:ext cx="390941" cy="181603"/>
            </a:xfrm>
            <a:custGeom>
              <a:rect b="b" l="l" r="r" t="t"/>
              <a:pathLst>
                <a:path extrusionOk="0" h="1840" w="3961">
                  <a:moveTo>
                    <a:pt x="3108" y="0"/>
                  </a:moveTo>
                  <a:lnTo>
                    <a:pt x="1178" y="76"/>
                  </a:lnTo>
                  <a:cubicBezTo>
                    <a:pt x="1178" y="76"/>
                    <a:pt x="1078" y="226"/>
                    <a:pt x="978" y="477"/>
                  </a:cubicBezTo>
                  <a:lnTo>
                    <a:pt x="251" y="627"/>
                  </a:lnTo>
                  <a:cubicBezTo>
                    <a:pt x="101" y="1078"/>
                    <a:pt x="0" y="1379"/>
                    <a:pt x="25" y="1780"/>
                  </a:cubicBezTo>
                  <a:cubicBezTo>
                    <a:pt x="154" y="1817"/>
                    <a:pt x="323" y="1840"/>
                    <a:pt x="522" y="1840"/>
                  </a:cubicBezTo>
                  <a:cubicBezTo>
                    <a:pt x="595" y="1840"/>
                    <a:pt x="672" y="1837"/>
                    <a:pt x="752" y="1830"/>
                  </a:cubicBezTo>
                  <a:cubicBezTo>
                    <a:pt x="1304" y="1805"/>
                    <a:pt x="2030" y="1655"/>
                    <a:pt x="2632" y="1479"/>
                  </a:cubicBezTo>
                  <a:cubicBezTo>
                    <a:pt x="3409" y="1229"/>
                    <a:pt x="3960" y="853"/>
                    <a:pt x="3910" y="602"/>
                  </a:cubicBezTo>
                  <a:lnTo>
                    <a:pt x="3910" y="602"/>
                  </a:lnTo>
                  <a:lnTo>
                    <a:pt x="3108" y="652"/>
                  </a:lnTo>
                  <a:lnTo>
                    <a:pt x="3108" y="0"/>
                  </a:lnTo>
                  <a:close/>
                </a:path>
              </a:pathLst>
            </a:custGeom>
            <a:solidFill>
              <a:srgbClr val="2A2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22"/>
            <p:cNvSpPr/>
            <p:nvPr/>
          </p:nvSpPr>
          <p:spPr>
            <a:xfrm>
              <a:off x="6302092" y="2650556"/>
              <a:ext cx="436539" cy="557345"/>
            </a:xfrm>
            <a:custGeom>
              <a:rect b="b" l="l" r="r" t="t"/>
              <a:pathLst>
                <a:path extrusionOk="0" h="5647" w="4423">
                  <a:moveTo>
                    <a:pt x="1800" y="0"/>
                  </a:moveTo>
                  <a:cubicBezTo>
                    <a:pt x="1115" y="0"/>
                    <a:pt x="676" y="553"/>
                    <a:pt x="602" y="903"/>
                  </a:cubicBezTo>
                  <a:cubicBezTo>
                    <a:pt x="251" y="2658"/>
                    <a:pt x="0" y="3460"/>
                    <a:pt x="251" y="5339"/>
                  </a:cubicBezTo>
                  <a:cubicBezTo>
                    <a:pt x="282" y="5556"/>
                    <a:pt x="697" y="5646"/>
                    <a:pt x="1251" y="5646"/>
                  </a:cubicBezTo>
                  <a:cubicBezTo>
                    <a:pt x="2488" y="5646"/>
                    <a:pt x="4423" y="5198"/>
                    <a:pt x="4336" y="4713"/>
                  </a:cubicBezTo>
                  <a:cubicBezTo>
                    <a:pt x="3760" y="1530"/>
                    <a:pt x="3208" y="603"/>
                    <a:pt x="2632" y="252"/>
                  </a:cubicBezTo>
                  <a:cubicBezTo>
                    <a:pt x="2326" y="72"/>
                    <a:pt x="2047" y="0"/>
                    <a:pt x="18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22"/>
            <p:cNvSpPr/>
            <p:nvPr/>
          </p:nvSpPr>
          <p:spPr>
            <a:xfrm>
              <a:off x="6967518" y="2326234"/>
              <a:ext cx="56948" cy="99388"/>
            </a:xfrm>
            <a:custGeom>
              <a:rect b="b" l="l" r="r" t="t"/>
              <a:pathLst>
                <a:path extrusionOk="0" h="1007" w="577">
                  <a:moveTo>
                    <a:pt x="266" y="1"/>
                  </a:moveTo>
                  <a:cubicBezTo>
                    <a:pt x="77" y="1"/>
                    <a:pt x="0" y="831"/>
                    <a:pt x="0" y="831"/>
                  </a:cubicBezTo>
                  <a:lnTo>
                    <a:pt x="301" y="1006"/>
                  </a:lnTo>
                  <a:cubicBezTo>
                    <a:pt x="527" y="480"/>
                    <a:pt x="577" y="330"/>
                    <a:pt x="351" y="54"/>
                  </a:cubicBezTo>
                  <a:cubicBezTo>
                    <a:pt x="320" y="17"/>
                    <a:pt x="292" y="1"/>
                    <a:pt x="266" y="1"/>
                  </a:cubicBezTo>
                  <a:close/>
                </a:path>
              </a:pathLst>
            </a:custGeom>
            <a:solidFill>
              <a:srgbClr val="8050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22"/>
            <p:cNvSpPr/>
            <p:nvPr/>
          </p:nvSpPr>
          <p:spPr>
            <a:xfrm>
              <a:off x="6539561" y="2402527"/>
              <a:ext cx="455193" cy="414233"/>
            </a:xfrm>
            <a:custGeom>
              <a:rect b="b" l="l" r="r" t="t"/>
              <a:pathLst>
                <a:path extrusionOk="0" h="4197" w="4612">
                  <a:moveTo>
                    <a:pt x="4349" y="0"/>
                  </a:moveTo>
                  <a:cubicBezTo>
                    <a:pt x="4308" y="0"/>
                    <a:pt x="4262" y="10"/>
                    <a:pt x="4211" y="33"/>
                  </a:cubicBezTo>
                  <a:cubicBezTo>
                    <a:pt x="4211" y="33"/>
                    <a:pt x="2983" y="1887"/>
                    <a:pt x="2381" y="2314"/>
                  </a:cubicBezTo>
                  <a:cubicBezTo>
                    <a:pt x="1930" y="2639"/>
                    <a:pt x="878" y="2815"/>
                    <a:pt x="401" y="3291"/>
                  </a:cubicBezTo>
                  <a:cubicBezTo>
                    <a:pt x="251" y="3441"/>
                    <a:pt x="0" y="3943"/>
                    <a:pt x="426" y="4093"/>
                  </a:cubicBezTo>
                  <a:cubicBezTo>
                    <a:pt x="617" y="4157"/>
                    <a:pt x="842" y="4196"/>
                    <a:pt x="1093" y="4196"/>
                  </a:cubicBezTo>
                  <a:cubicBezTo>
                    <a:pt x="1731" y="4196"/>
                    <a:pt x="2538" y="3939"/>
                    <a:pt x="3384" y="3166"/>
                  </a:cubicBezTo>
                  <a:cubicBezTo>
                    <a:pt x="4487" y="2188"/>
                    <a:pt x="4612" y="183"/>
                    <a:pt x="4612" y="183"/>
                  </a:cubicBezTo>
                  <a:cubicBezTo>
                    <a:pt x="4612" y="183"/>
                    <a:pt x="4529" y="0"/>
                    <a:pt x="43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22"/>
            <p:cNvSpPr/>
            <p:nvPr/>
          </p:nvSpPr>
          <p:spPr>
            <a:xfrm>
              <a:off x="6208032" y="2375879"/>
              <a:ext cx="527045" cy="714471"/>
            </a:xfrm>
            <a:custGeom>
              <a:rect b="b" l="l" r="r" t="t"/>
              <a:pathLst>
                <a:path extrusionOk="0" h="7239" w="5340">
                  <a:moveTo>
                    <a:pt x="2802" y="1"/>
                  </a:moveTo>
                  <a:cubicBezTo>
                    <a:pt x="1181" y="1"/>
                    <a:pt x="1816" y="1136"/>
                    <a:pt x="1154" y="1406"/>
                  </a:cubicBezTo>
                  <a:cubicBezTo>
                    <a:pt x="477" y="1681"/>
                    <a:pt x="1104" y="2659"/>
                    <a:pt x="828" y="2884"/>
                  </a:cubicBezTo>
                  <a:cubicBezTo>
                    <a:pt x="1" y="3561"/>
                    <a:pt x="728" y="3987"/>
                    <a:pt x="703" y="4438"/>
                  </a:cubicBezTo>
                  <a:cubicBezTo>
                    <a:pt x="678" y="4814"/>
                    <a:pt x="778" y="5090"/>
                    <a:pt x="1029" y="5340"/>
                  </a:cubicBezTo>
                  <a:cubicBezTo>
                    <a:pt x="1229" y="5541"/>
                    <a:pt x="1329" y="5792"/>
                    <a:pt x="1404" y="6067"/>
                  </a:cubicBezTo>
                  <a:cubicBezTo>
                    <a:pt x="1480" y="6318"/>
                    <a:pt x="1329" y="6594"/>
                    <a:pt x="1430" y="6844"/>
                  </a:cubicBezTo>
                  <a:cubicBezTo>
                    <a:pt x="1505" y="6995"/>
                    <a:pt x="1630" y="7070"/>
                    <a:pt x="1755" y="7145"/>
                  </a:cubicBezTo>
                  <a:cubicBezTo>
                    <a:pt x="1892" y="7206"/>
                    <a:pt x="2047" y="7239"/>
                    <a:pt x="2198" y="7239"/>
                  </a:cubicBezTo>
                  <a:cubicBezTo>
                    <a:pt x="2296" y="7239"/>
                    <a:pt x="2393" y="7225"/>
                    <a:pt x="2482" y="7195"/>
                  </a:cubicBezTo>
                  <a:cubicBezTo>
                    <a:pt x="2633" y="7145"/>
                    <a:pt x="2758" y="7070"/>
                    <a:pt x="2883" y="6970"/>
                  </a:cubicBezTo>
                  <a:cubicBezTo>
                    <a:pt x="2983" y="6869"/>
                    <a:pt x="3034" y="6744"/>
                    <a:pt x="3184" y="6694"/>
                  </a:cubicBezTo>
                  <a:cubicBezTo>
                    <a:pt x="3272" y="6664"/>
                    <a:pt x="3369" y="6652"/>
                    <a:pt x="3464" y="6652"/>
                  </a:cubicBezTo>
                  <a:cubicBezTo>
                    <a:pt x="3531" y="6652"/>
                    <a:pt x="3598" y="6658"/>
                    <a:pt x="3660" y="6669"/>
                  </a:cubicBezTo>
                  <a:cubicBezTo>
                    <a:pt x="3810" y="6719"/>
                    <a:pt x="3961" y="6794"/>
                    <a:pt x="4111" y="6819"/>
                  </a:cubicBezTo>
                  <a:cubicBezTo>
                    <a:pt x="4134" y="6822"/>
                    <a:pt x="4157" y="6823"/>
                    <a:pt x="4180" y="6823"/>
                  </a:cubicBezTo>
                  <a:cubicBezTo>
                    <a:pt x="4382" y="6823"/>
                    <a:pt x="4580" y="6726"/>
                    <a:pt x="4738" y="6569"/>
                  </a:cubicBezTo>
                  <a:cubicBezTo>
                    <a:pt x="4888" y="6418"/>
                    <a:pt x="5089" y="6142"/>
                    <a:pt x="5139" y="5917"/>
                  </a:cubicBezTo>
                  <a:cubicBezTo>
                    <a:pt x="5189" y="5792"/>
                    <a:pt x="5139" y="5616"/>
                    <a:pt x="5114" y="5491"/>
                  </a:cubicBezTo>
                  <a:cubicBezTo>
                    <a:pt x="4963" y="5040"/>
                    <a:pt x="4612" y="4664"/>
                    <a:pt x="4287" y="4338"/>
                  </a:cubicBezTo>
                  <a:cubicBezTo>
                    <a:pt x="3560" y="3636"/>
                    <a:pt x="5339" y="3085"/>
                    <a:pt x="4487" y="2358"/>
                  </a:cubicBezTo>
                  <a:cubicBezTo>
                    <a:pt x="4161" y="2057"/>
                    <a:pt x="4136" y="2057"/>
                    <a:pt x="4036" y="1180"/>
                  </a:cubicBezTo>
                  <a:cubicBezTo>
                    <a:pt x="3936" y="303"/>
                    <a:pt x="3359" y="2"/>
                    <a:pt x="2908" y="2"/>
                  </a:cubicBezTo>
                  <a:cubicBezTo>
                    <a:pt x="2872" y="1"/>
                    <a:pt x="2836" y="1"/>
                    <a:pt x="2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5" name="Google Shape;1105;p22"/>
          <p:cNvSpPr txBox="1"/>
          <p:nvPr/>
        </p:nvSpPr>
        <p:spPr>
          <a:xfrm>
            <a:off x="6625827" y="752000"/>
            <a:ext cx="2053800" cy="20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rPr>
              <a:t>Июнь 2026</a:t>
            </a:r>
            <a:endParaRPr b="0" i="0" sz="1400" u="none" cap="none" strike="noStrike">
              <a:solidFill>
                <a:schemeClr val="dk1"/>
              </a:solidFill>
              <a:latin typeface="Barlow Semi Condensed SemiBold"/>
              <a:ea typeface="Barlow Semi Condensed SemiBold"/>
              <a:cs typeface="Barlow Semi Condensed SemiBold"/>
              <a:sym typeface="Barlow Semi Condensed SemiBold"/>
            </a:endParaRPr>
          </a:p>
        </p:txBody>
      </p:sp>
      <p:sp>
        <p:nvSpPr>
          <p:cNvPr id="1106" name="Google Shape;1106;p22"/>
          <p:cNvSpPr txBox="1"/>
          <p:nvPr>
            <p:ph type="ctrTitle"/>
          </p:nvPr>
        </p:nvSpPr>
        <p:spPr>
          <a:xfrm>
            <a:off x="540000" y="2645675"/>
            <a:ext cx="3250500" cy="10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ru" sz="2300"/>
              <a:t>“</a:t>
            </a:r>
            <a:r>
              <a:rPr lang="ru" sz="2000"/>
              <a:t>Анализ эффективности онлайн-школы программирования</a:t>
            </a:r>
            <a:r>
              <a:rPr lang="ru" sz="2300"/>
              <a:t>” </a:t>
            </a:r>
            <a:endParaRPr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23"/>
          <p:cNvSpPr txBox="1"/>
          <p:nvPr>
            <p:ph type="ctrTitle"/>
          </p:nvPr>
        </p:nvSpPr>
        <p:spPr>
          <a:xfrm>
            <a:off x="3318350" y="145400"/>
            <a:ext cx="4334400" cy="121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ru" sz="3600"/>
              <a:t>Анализ CRM-данных онлайн-школы</a:t>
            </a:r>
            <a:r>
              <a:rPr lang="ru"/>
              <a:t> </a:t>
            </a:r>
            <a:endParaRPr/>
          </a:p>
        </p:txBody>
      </p:sp>
      <p:sp>
        <p:nvSpPr>
          <p:cNvPr id="1112" name="Google Shape;1112;p23"/>
          <p:cNvSpPr txBox="1"/>
          <p:nvPr/>
        </p:nvSpPr>
        <p:spPr>
          <a:xfrm rot="-251">
            <a:off x="4569618" y="2080508"/>
            <a:ext cx="41124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ru" sz="25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Основные этапы работы:</a:t>
            </a:r>
            <a:endParaRPr b="1" i="0" sz="1100" u="sng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1113" name="Google Shape;1113;p23"/>
          <p:cNvGrpSpPr/>
          <p:nvPr/>
        </p:nvGrpSpPr>
        <p:grpSpPr>
          <a:xfrm>
            <a:off x="1975941" y="220609"/>
            <a:ext cx="986037" cy="979112"/>
            <a:chOff x="-63250675" y="3744075"/>
            <a:chExt cx="320350" cy="318100"/>
          </a:xfrm>
        </p:grpSpPr>
        <p:sp>
          <p:nvSpPr>
            <p:cNvPr id="1114" name="Google Shape;1114;p23"/>
            <p:cNvSpPr/>
            <p:nvPr/>
          </p:nvSpPr>
          <p:spPr>
            <a:xfrm>
              <a:off x="-63126250" y="3744075"/>
              <a:ext cx="195925" cy="192875"/>
            </a:xfrm>
            <a:custGeom>
              <a:rect b="b" l="l" r="r" t="t"/>
              <a:pathLst>
                <a:path extrusionOk="0" h="7715" w="7837">
                  <a:moveTo>
                    <a:pt x="6020" y="0"/>
                  </a:moveTo>
                  <a:cubicBezTo>
                    <a:pt x="5921" y="0"/>
                    <a:pt x="5820" y="37"/>
                    <a:pt x="5735" y="122"/>
                  </a:cubicBezTo>
                  <a:lnTo>
                    <a:pt x="4097" y="1760"/>
                  </a:lnTo>
                  <a:cubicBezTo>
                    <a:pt x="4034" y="1854"/>
                    <a:pt x="3971" y="1917"/>
                    <a:pt x="3971" y="2012"/>
                  </a:cubicBezTo>
                  <a:lnTo>
                    <a:pt x="3782" y="3304"/>
                  </a:lnTo>
                  <a:lnTo>
                    <a:pt x="1734" y="5351"/>
                  </a:lnTo>
                  <a:cubicBezTo>
                    <a:pt x="1576" y="5288"/>
                    <a:pt x="1387" y="5225"/>
                    <a:pt x="1230" y="5225"/>
                  </a:cubicBezTo>
                  <a:cubicBezTo>
                    <a:pt x="537" y="5225"/>
                    <a:pt x="1" y="5793"/>
                    <a:pt x="1" y="6486"/>
                  </a:cubicBezTo>
                  <a:cubicBezTo>
                    <a:pt x="1" y="7210"/>
                    <a:pt x="537" y="7714"/>
                    <a:pt x="1230" y="7714"/>
                  </a:cubicBezTo>
                  <a:cubicBezTo>
                    <a:pt x="1891" y="7714"/>
                    <a:pt x="2458" y="7179"/>
                    <a:pt x="2458" y="6486"/>
                  </a:cubicBezTo>
                  <a:cubicBezTo>
                    <a:pt x="2458" y="6297"/>
                    <a:pt x="2395" y="6139"/>
                    <a:pt x="2332" y="5982"/>
                  </a:cubicBezTo>
                  <a:lnTo>
                    <a:pt x="4380" y="3934"/>
                  </a:lnTo>
                  <a:lnTo>
                    <a:pt x="5672" y="3745"/>
                  </a:lnTo>
                  <a:cubicBezTo>
                    <a:pt x="5735" y="3745"/>
                    <a:pt x="5829" y="3713"/>
                    <a:pt x="5924" y="3619"/>
                  </a:cubicBezTo>
                  <a:lnTo>
                    <a:pt x="7562" y="1980"/>
                  </a:lnTo>
                  <a:cubicBezTo>
                    <a:pt x="7837" y="1706"/>
                    <a:pt x="7609" y="1254"/>
                    <a:pt x="7251" y="1254"/>
                  </a:cubicBezTo>
                  <a:cubicBezTo>
                    <a:pt x="7240" y="1254"/>
                    <a:pt x="7228" y="1255"/>
                    <a:pt x="7216" y="1256"/>
                  </a:cubicBezTo>
                  <a:lnTo>
                    <a:pt x="6302" y="1382"/>
                  </a:lnTo>
                  <a:lnTo>
                    <a:pt x="6428" y="468"/>
                  </a:lnTo>
                  <a:cubicBezTo>
                    <a:pt x="6472" y="203"/>
                    <a:pt x="6253" y="0"/>
                    <a:pt x="60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43225" lIns="243225" spcFirstLastPara="1" rIns="243225" wrap="square" tIns="243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23"/>
            <p:cNvSpPr/>
            <p:nvPr/>
          </p:nvSpPr>
          <p:spPr>
            <a:xfrm>
              <a:off x="-63190025" y="3814050"/>
              <a:ext cx="186675" cy="185900"/>
            </a:xfrm>
            <a:custGeom>
              <a:rect b="b" l="l" r="r" t="t"/>
              <a:pathLst>
                <a:path extrusionOk="0" h="7436" w="7467">
                  <a:moveTo>
                    <a:pt x="3718" y="1"/>
                  </a:moveTo>
                  <a:cubicBezTo>
                    <a:pt x="1670" y="1"/>
                    <a:pt x="0" y="1670"/>
                    <a:pt x="0" y="3750"/>
                  </a:cubicBezTo>
                  <a:cubicBezTo>
                    <a:pt x="0" y="5797"/>
                    <a:pt x="1638" y="7436"/>
                    <a:pt x="3718" y="7436"/>
                  </a:cubicBezTo>
                  <a:cubicBezTo>
                    <a:pt x="5765" y="7436"/>
                    <a:pt x="7467" y="5797"/>
                    <a:pt x="7467" y="3750"/>
                  </a:cubicBezTo>
                  <a:cubicBezTo>
                    <a:pt x="7467" y="3151"/>
                    <a:pt x="7341" y="2647"/>
                    <a:pt x="7120" y="2143"/>
                  </a:cubicBezTo>
                  <a:lnTo>
                    <a:pt x="5828" y="3435"/>
                  </a:lnTo>
                  <a:cubicBezTo>
                    <a:pt x="5828" y="3498"/>
                    <a:pt x="5860" y="3624"/>
                    <a:pt x="5860" y="3718"/>
                  </a:cubicBezTo>
                  <a:cubicBezTo>
                    <a:pt x="5860" y="4852"/>
                    <a:pt x="4915" y="5797"/>
                    <a:pt x="3781" y="5797"/>
                  </a:cubicBezTo>
                  <a:cubicBezTo>
                    <a:pt x="2615" y="5797"/>
                    <a:pt x="1670" y="4852"/>
                    <a:pt x="1670" y="3718"/>
                  </a:cubicBezTo>
                  <a:cubicBezTo>
                    <a:pt x="1733" y="2552"/>
                    <a:pt x="2615" y="1607"/>
                    <a:pt x="3781" y="1607"/>
                  </a:cubicBezTo>
                  <a:cubicBezTo>
                    <a:pt x="3875" y="1607"/>
                    <a:pt x="3970" y="1607"/>
                    <a:pt x="4033" y="1670"/>
                  </a:cubicBezTo>
                  <a:lnTo>
                    <a:pt x="5356" y="347"/>
                  </a:lnTo>
                  <a:cubicBezTo>
                    <a:pt x="4883" y="127"/>
                    <a:pt x="4316" y="1"/>
                    <a:pt x="37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43225" lIns="243225" spcFirstLastPara="1" rIns="243225" wrap="square" tIns="243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23"/>
            <p:cNvSpPr/>
            <p:nvPr/>
          </p:nvSpPr>
          <p:spPr>
            <a:xfrm>
              <a:off x="-63250675" y="3751050"/>
              <a:ext cx="311125" cy="311125"/>
            </a:xfrm>
            <a:custGeom>
              <a:rect b="b" l="l" r="r" t="t"/>
              <a:pathLst>
                <a:path extrusionOk="0" h="12445" w="12445">
                  <a:moveTo>
                    <a:pt x="6270" y="0"/>
                  </a:moveTo>
                  <a:cubicBezTo>
                    <a:pt x="2773" y="0"/>
                    <a:pt x="0" y="2804"/>
                    <a:pt x="0" y="6238"/>
                  </a:cubicBezTo>
                  <a:cubicBezTo>
                    <a:pt x="0" y="9641"/>
                    <a:pt x="2804" y="12445"/>
                    <a:pt x="6238" y="12445"/>
                  </a:cubicBezTo>
                  <a:cubicBezTo>
                    <a:pt x="9672" y="12445"/>
                    <a:pt x="12445" y="9641"/>
                    <a:pt x="12445" y="6238"/>
                  </a:cubicBezTo>
                  <a:cubicBezTo>
                    <a:pt x="12445" y="5325"/>
                    <a:pt x="12256" y="4411"/>
                    <a:pt x="11878" y="3592"/>
                  </a:cubicBezTo>
                  <a:lnTo>
                    <a:pt x="11563" y="3907"/>
                  </a:lnTo>
                  <a:cubicBezTo>
                    <a:pt x="11342" y="4096"/>
                    <a:pt x="11121" y="4222"/>
                    <a:pt x="10838" y="4253"/>
                  </a:cubicBezTo>
                  <a:lnTo>
                    <a:pt x="10397" y="4348"/>
                  </a:lnTo>
                  <a:cubicBezTo>
                    <a:pt x="10680" y="4915"/>
                    <a:pt x="10806" y="5545"/>
                    <a:pt x="10806" y="6238"/>
                  </a:cubicBezTo>
                  <a:cubicBezTo>
                    <a:pt x="10806" y="8759"/>
                    <a:pt x="8759" y="10743"/>
                    <a:pt x="6270" y="10743"/>
                  </a:cubicBezTo>
                  <a:cubicBezTo>
                    <a:pt x="3781" y="10743"/>
                    <a:pt x="1733" y="8696"/>
                    <a:pt x="1733" y="6238"/>
                  </a:cubicBezTo>
                  <a:cubicBezTo>
                    <a:pt x="1733" y="3718"/>
                    <a:pt x="3781" y="1670"/>
                    <a:pt x="6270" y="1670"/>
                  </a:cubicBezTo>
                  <a:cubicBezTo>
                    <a:pt x="6931" y="1670"/>
                    <a:pt x="7561" y="1796"/>
                    <a:pt x="8160" y="2048"/>
                  </a:cubicBezTo>
                  <a:lnTo>
                    <a:pt x="8254" y="1607"/>
                  </a:lnTo>
                  <a:cubicBezTo>
                    <a:pt x="8286" y="1355"/>
                    <a:pt x="8412" y="1103"/>
                    <a:pt x="8601" y="914"/>
                  </a:cubicBezTo>
                  <a:lnTo>
                    <a:pt x="8916" y="599"/>
                  </a:lnTo>
                  <a:cubicBezTo>
                    <a:pt x="8097" y="189"/>
                    <a:pt x="7215" y="0"/>
                    <a:pt x="62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43225" lIns="243225" spcFirstLastPara="1" rIns="243225" wrap="square" tIns="243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7" name="Google Shape;1117;p23"/>
          <p:cNvSpPr txBox="1"/>
          <p:nvPr>
            <p:ph idx="4294967295" type="subTitle"/>
          </p:nvPr>
        </p:nvSpPr>
        <p:spPr>
          <a:xfrm>
            <a:off x="5336625" y="4197875"/>
            <a:ext cx="12096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73875" lIns="73875" spcFirstLastPara="1" rIns="73875" wrap="square" tIns="73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</a:pPr>
            <a:r>
              <a:rPr b="1" i="0" lang="ru" sz="9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4. юнит-экономика</a:t>
            </a:r>
            <a:endParaRPr b="0" i="0" sz="7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118" name="Google Shape;1118;p23"/>
          <p:cNvSpPr txBox="1"/>
          <p:nvPr>
            <p:ph idx="4294967295" type="subTitle"/>
          </p:nvPr>
        </p:nvSpPr>
        <p:spPr>
          <a:xfrm>
            <a:off x="2091838" y="3331175"/>
            <a:ext cx="16599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73875" lIns="73875" spcFirstLastPara="1" rIns="73875" wrap="square" tIns="73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</a:pPr>
            <a:r>
              <a:rPr b="1" i="0" lang="ru" sz="9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2. описательная статистика </a:t>
            </a:r>
            <a:endParaRPr b="0" i="0" sz="1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1119" name="Google Shape;1119;p23"/>
          <p:cNvGrpSpPr/>
          <p:nvPr/>
        </p:nvGrpSpPr>
        <p:grpSpPr>
          <a:xfrm>
            <a:off x="6859711" y="4108200"/>
            <a:ext cx="1099779" cy="561087"/>
            <a:chOff x="4984402" y="2655325"/>
            <a:chExt cx="1361282" cy="694501"/>
          </a:xfrm>
        </p:grpSpPr>
        <p:grpSp>
          <p:nvGrpSpPr>
            <p:cNvPr id="1120" name="Google Shape;1120;p23"/>
            <p:cNvGrpSpPr/>
            <p:nvPr/>
          </p:nvGrpSpPr>
          <p:grpSpPr>
            <a:xfrm>
              <a:off x="5071009" y="2720922"/>
              <a:ext cx="1055066" cy="540857"/>
              <a:chOff x="6922107" y="2182622"/>
              <a:chExt cx="1662306" cy="1441517"/>
            </a:xfrm>
          </p:grpSpPr>
          <p:sp>
            <p:nvSpPr>
              <p:cNvPr id="1121" name="Google Shape;1121;p23"/>
              <p:cNvSpPr/>
              <p:nvPr/>
            </p:nvSpPr>
            <p:spPr>
              <a:xfrm>
                <a:off x="6924246" y="2182622"/>
                <a:ext cx="482671" cy="238169"/>
              </a:xfrm>
              <a:custGeom>
                <a:rect b="b" l="l" r="r" t="t"/>
                <a:pathLst>
                  <a:path extrusionOk="0" h="2783" w="5640">
                    <a:moveTo>
                      <a:pt x="0" y="1"/>
                    </a:moveTo>
                    <a:lnTo>
                      <a:pt x="0" y="2758"/>
                    </a:lnTo>
                    <a:lnTo>
                      <a:pt x="5639" y="2783"/>
                    </a:lnTo>
                    <a:lnTo>
                      <a:pt x="563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3875" lIns="73875" spcFirstLastPara="1" rIns="73875" wrap="square" tIns="7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2" name="Google Shape;1122;p23"/>
              <p:cNvSpPr/>
              <p:nvPr/>
            </p:nvSpPr>
            <p:spPr>
              <a:xfrm>
                <a:off x="6922107" y="2472226"/>
                <a:ext cx="1340611" cy="240309"/>
              </a:xfrm>
              <a:custGeom>
                <a:rect b="b" l="l" r="r" t="t"/>
                <a:pathLst>
                  <a:path extrusionOk="0" h="2808" w="15665">
                    <a:moveTo>
                      <a:pt x="25" y="0"/>
                    </a:moveTo>
                    <a:lnTo>
                      <a:pt x="0" y="2757"/>
                    </a:lnTo>
                    <a:lnTo>
                      <a:pt x="15664" y="2807"/>
                    </a:lnTo>
                    <a:lnTo>
                      <a:pt x="15664" y="25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3875" lIns="73875" spcFirstLastPara="1" rIns="73875" wrap="square" tIns="7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3" name="Google Shape;1123;p23"/>
              <p:cNvSpPr/>
              <p:nvPr/>
            </p:nvSpPr>
            <p:spPr>
              <a:xfrm>
                <a:off x="6922107" y="2774668"/>
                <a:ext cx="763630" cy="238169"/>
              </a:xfrm>
              <a:custGeom>
                <a:rect b="b" l="l" r="r" t="t"/>
                <a:pathLst>
                  <a:path extrusionOk="0" h="2783" w="8923">
                    <a:moveTo>
                      <a:pt x="0" y="0"/>
                    </a:moveTo>
                    <a:lnTo>
                      <a:pt x="0" y="2757"/>
                    </a:lnTo>
                    <a:lnTo>
                      <a:pt x="8922" y="2782"/>
                    </a:lnTo>
                    <a:lnTo>
                      <a:pt x="8922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3875" lIns="73875" spcFirstLastPara="1" rIns="73875" wrap="square" tIns="7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4" name="Google Shape;1124;p23"/>
              <p:cNvSpPr/>
              <p:nvPr/>
            </p:nvSpPr>
            <p:spPr>
              <a:xfrm>
                <a:off x="6922107" y="3070606"/>
                <a:ext cx="918017" cy="240309"/>
              </a:xfrm>
              <a:custGeom>
                <a:rect b="b" l="l" r="r" t="t"/>
                <a:pathLst>
                  <a:path extrusionOk="0" h="2808" w="10727">
                    <a:moveTo>
                      <a:pt x="0" y="1"/>
                    </a:moveTo>
                    <a:lnTo>
                      <a:pt x="0" y="2783"/>
                    </a:lnTo>
                    <a:lnTo>
                      <a:pt x="10727" y="2808"/>
                    </a:lnTo>
                    <a:lnTo>
                      <a:pt x="10727" y="2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73875" lIns="73875" spcFirstLastPara="1" rIns="73875" wrap="square" tIns="7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p23"/>
              <p:cNvSpPr/>
              <p:nvPr/>
            </p:nvSpPr>
            <p:spPr>
              <a:xfrm>
                <a:off x="6922107" y="3383745"/>
                <a:ext cx="1662306" cy="240394"/>
              </a:xfrm>
              <a:custGeom>
                <a:rect b="b" l="l" r="r" t="t"/>
                <a:pathLst>
                  <a:path extrusionOk="0" h="2809" w="19424">
                    <a:moveTo>
                      <a:pt x="0" y="1"/>
                    </a:moveTo>
                    <a:lnTo>
                      <a:pt x="0" y="2783"/>
                    </a:lnTo>
                    <a:lnTo>
                      <a:pt x="19424" y="2808"/>
                    </a:lnTo>
                    <a:lnTo>
                      <a:pt x="19424" y="5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73875" lIns="73875" spcFirstLastPara="1" rIns="73875" wrap="square" tIns="738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26" name="Google Shape;1126;p23"/>
            <p:cNvSpPr/>
            <p:nvPr/>
          </p:nvSpPr>
          <p:spPr>
            <a:xfrm>
              <a:off x="4984402" y="2655325"/>
              <a:ext cx="1361282" cy="694501"/>
            </a:xfrm>
            <a:custGeom>
              <a:rect b="b" l="l" r="r" t="t"/>
              <a:pathLst>
                <a:path extrusionOk="0" h="11330" w="26818">
                  <a:moveTo>
                    <a:pt x="1" y="1"/>
                  </a:moveTo>
                  <a:lnTo>
                    <a:pt x="1" y="11329"/>
                  </a:lnTo>
                  <a:lnTo>
                    <a:pt x="26818" y="11329"/>
                  </a:lnTo>
                  <a:lnTo>
                    <a:pt x="26818" y="10928"/>
                  </a:lnTo>
                  <a:lnTo>
                    <a:pt x="427" y="10928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3875" lIns="73875" spcFirstLastPara="1" rIns="73875" wrap="square" tIns="7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7" name="Google Shape;1127;p23"/>
          <p:cNvGrpSpPr/>
          <p:nvPr/>
        </p:nvGrpSpPr>
        <p:grpSpPr>
          <a:xfrm>
            <a:off x="2133310" y="2571750"/>
            <a:ext cx="1371224" cy="724810"/>
            <a:chOff x="2118789" y="1774987"/>
            <a:chExt cx="1371224" cy="724810"/>
          </a:xfrm>
        </p:grpSpPr>
        <p:sp>
          <p:nvSpPr>
            <p:cNvPr id="1128" name="Google Shape;1128;p23"/>
            <p:cNvSpPr/>
            <p:nvPr/>
          </p:nvSpPr>
          <p:spPr>
            <a:xfrm>
              <a:off x="2138370" y="2213168"/>
              <a:ext cx="184573" cy="286629"/>
            </a:xfrm>
            <a:custGeom>
              <a:rect b="b" l="l" r="r" t="t"/>
              <a:pathLst>
                <a:path extrusionOk="0" h="6968" w="4487">
                  <a:moveTo>
                    <a:pt x="1" y="0"/>
                  </a:moveTo>
                  <a:lnTo>
                    <a:pt x="1" y="6968"/>
                  </a:lnTo>
                  <a:lnTo>
                    <a:pt x="4487" y="6968"/>
                  </a:lnTo>
                  <a:lnTo>
                    <a:pt x="44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23"/>
            <p:cNvSpPr/>
            <p:nvPr/>
          </p:nvSpPr>
          <p:spPr>
            <a:xfrm>
              <a:off x="2368279" y="2123450"/>
              <a:ext cx="184573" cy="376344"/>
            </a:xfrm>
            <a:custGeom>
              <a:rect b="b" l="l" r="r" t="t"/>
              <a:pathLst>
                <a:path extrusionOk="0" h="9149" w="4487">
                  <a:moveTo>
                    <a:pt x="1" y="1"/>
                  </a:moveTo>
                  <a:lnTo>
                    <a:pt x="1" y="9149"/>
                  </a:lnTo>
                  <a:lnTo>
                    <a:pt x="4487" y="9149"/>
                  </a:lnTo>
                  <a:lnTo>
                    <a:pt x="44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23"/>
            <p:cNvSpPr/>
            <p:nvPr/>
          </p:nvSpPr>
          <p:spPr>
            <a:xfrm>
              <a:off x="2594075" y="2034802"/>
              <a:ext cx="184573" cy="464990"/>
            </a:xfrm>
            <a:custGeom>
              <a:rect b="b" l="l" r="r" t="t"/>
              <a:pathLst>
                <a:path extrusionOk="0" h="11304" w="4487">
                  <a:moveTo>
                    <a:pt x="0" y="0"/>
                  </a:moveTo>
                  <a:lnTo>
                    <a:pt x="0" y="11304"/>
                  </a:lnTo>
                  <a:lnTo>
                    <a:pt x="4487" y="11304"/>
                  </a:lnTo>
                  <a:lnTo>
                    <a:pt x="4487" y="0"/>
                  </a:lnTo>
                  <a:close/>
                </a:path>
              </a:pathLst>
            </a:custGeom>
            <a:solidFill>
              <a:srgbClr val="6186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23"/>
            <p:cNvSpPr/>
            <p:nvPr/>
          </p:nvSpPr>
          <p:spPr>
            <a:xfrm>
              <a:off x="2830154" y="1904895"/>
              <a:ext cx="184573" cy="594894"/>
            </a:xfrm>
            <a:custGeom>
              <a:rect b="b" l="l" r="r" t="t"/>
              <a:pathLst>
                <a:path extrusionOk="0" h="14462" w="4487">
                  <a:moveTo>
                    <a:pt x="1" y="0"/>
                  </a:moveTo>
                  <a:lnTo>
                    <a:pt x="1" y="14462"/>
                  </a:lnTo>
                  <a:lnTo>
                    <a:pt x="4487" y="14462"/>
                  </a:lnTo>
                  <a:lnTo>
                    <a:pt x="44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23"/>
            <p:cNvSpPr/>
            <p:nvPr/>
          </p:nvSpPr>
          <p:spPr>
            <a:xfrm>
              <a:off x="3061092" y="2118308"/>
              <a:ext cx="184573" cy="381486"/>
            </a:xfrm>
            <a:custGeom>
              <a:rect b="b" l="l" r="r" t="t"/>
              <a:pathLst>
                <a:path extrusionOk="0" h="9274" w="4487">
                  <a:moveTo>
                    <a:pt x="1" y="0"/>
                  </a:moveTo>
                  <a:lnTo>
                    <a:pt x="1" y="9274"/>
                  </a:lnTo>
                  <a:lnTo>
                    <a:pt x="4487" y="9274"/>
                  </a:lnTo>
                  <a:lnTo>
                    <a:pt x="44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23"/>
            <p:cNvSpPr/>
            <p:nvPr/>
          </p:nvSpPr>
          <p:spPr>
            <a:xfrm>
              <a:off x="3305440" y="1782186"/>
              <a:ext cx="184573" cy="717600"/>
            </a:xfrm>
            <a:custGeom>
              <a:rect b="b" l="l" r="r" t="t"/>
              <a:pathLst>
                <a:path extrusionOk="0" h="17445" w="4487">
                  <a:moveTo>
                    <a:pt x="1" y="1"/>
                  </a:moveTo>
                  <a:lnTo>
                    <a:pt x="1" y="17445"/>
                  </a:lnTo>
                  <a:lnTo>
                    <a:pt x="4487" y="17445"/>
                  </a:lnTo>
                  <a:lnTo>
                    <a:pt x="44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23"/>
            <p:cNvSpPr/>
            <p:nvPr/>
          </p:nvSpPr>
          <p:spPr>
            <a:xfrm>
              <a:off x="2140426" y="1786341"/>
              <a:ext cx="1286703" cy="440227"/>
            </a:xfrm>
            <a:custGeom>
              <a:rect b="b" l="l" r="r" t="t"/>
              <a:pathLst>
                <a:path extrusionOk="0" h="10702" w="31280">
                  <a:moveTo>
                    <a:pt x="11454" y="0"/>
                  </a:moveTo>
                  <a:lnTo>
                    <a:pt x="7144" y="10126"/>
                  </a:lnTo>
                  <a:lnTo>
                    <a:pt x="3184" y="7995"/>
                  </a:lnTo>
                  <a:lnTo>
                    <a:pt x="1" y="10251"/>
                  </a:lnTo>
                  <a:lnTo>
                    <a:pt x="226" y="10602"/>
                  </a:lnTo>
                  <a:lnTo>
                    <a:pt x="3209" y="8471"/>
                  </a:lnTo>
                  <a:lnTo>
                    <a:pt x="7344" y="10702"/>
                  </a:lnTo>
                  <a:lnTo>
                    <a:pt x="11504" y="978"/>
                  </a:lnTo>
                  <a:lnTo>
                    <a:pt x="14988" y="7820"/>
                  </a:lnTo>
                  <a:lnTo>
                    <a:pt x="19525" y="2281"/>
                  </a:lnTo>
                  <a:lnTo>
                    <a:pt x="23885" y="7218"/>
                  </a:lnTo>
                  <a:lnTo>
                    <a:pt x="26718" y="3860"/>
                  </a:lnTo>
                  <a:lnTo>
                    <a:pt x="30928" y="9850"/>
                  </a:lnTo>
                  <a:lnTo>
                    <a:pt x="31279" y="9624"/>
                  </a:lnTo>
                  <a:lnTo>
                    <a:pt x="26743" y="3208"/>
                  </a:lnTo>
                  <a:lnTo>
                    <a:pt x="23885" y="6592"/>
                  </a:lnTo>
                  <a:lnTo>
                    <a:pt x="19525" y="1654"/>
                  </a:lnTo>
                  <a:lnTo>
                    <a:pt x="15063" y="7068"/>
                  </a:lnTo>
                  <a:lnTo>
                    <a:pt x="11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23"/>
            <p:cNvSpPr/>
            <p:nvPr/>
          </p:nvSpPr>
          <p:spPr>
            <a:xfrm>
              <a:off x="3393060" y="2148214"/>
              <a:ext cx="53681" cy="53640"/>
            </a:xfrm>
            <a:custGeom>
              <a:rect b="b" l="l" r="r" t="t"/>
              <a:pathLst>
                <a:path extrusionOk="0" h="1304" w="1305">
                  <a:moveTo>
                    <a:pt x="653" y="0"/>
                  </a:moveTo>
                  <a:cubicBezTo>
                    <a:pt x="302" y="0"/>
                    <a:pt x="1" y="301"/>
                    <a:pt x="1" y="652"/>
                  </a:cubicBezTo>
                  <a:cubicBezTo>
                    <a:pt x="1" y="1028"/>
                    <a:pt x="302" y="1303"/>
                    <a:pt x="653" y="1303"/>
                  </a:cubicBezTo>
                  <a:cubicBezTo>
                    <a:pt x="1003" y="1303"/>
                    <a:pt x="1304" y="1028"/>
                    <a:pt x="1304" y="652"/>
                  </a:cubicBezTo>
                  <a:cubicBezTo>
                    <a:pt x="1304" y="301"/>
                    <a:pt x="1003" y="0"/>
                    <a:pt x="6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23"/>
            <p:cNvSpPr/>
            <p:nvPr/>
          </p:nvSpPr>
          <p:spPr>
            <a:xfrm>
              <a:off x="3096140" y="2043029"/>
              <a:ext cx="53681" cy="53681"/>
            </a:xfrm>
            <a:custGeom>
              <a:rect b="b" l="l" r="r" t="t"/>
              <a:pathLst>
                <a:path extrusionOk="0" h="1305" w="1305">
                  <a:moveTo>
                    <a:pt x="652" y="1"/>
                  </a:moveTo>
                  <a:cubicBezTo>
                    <a:pt x="277" y="1"/>
                    <a:pt x="1" y="302"/>
                    <a:pt x="1" y="652"/>
                  </a:cubicBezTo>
                  <a:cubicBezTo>
                    <a:pt x="1" y="1028"/>
                    <a:pt x="277" y="1304"/>
                    <a:pt x="652" y="1304"/>
                  </a:cubicBezTo>
                  <a:cubicBezTo>
                    <a:pt x="1003" y="1304"/>
                    <a:pt x="1304" y="1028"/>
                    <a:pt x="1304" y="652"/>
                  </a:cubicBezTo>
                  <a:cubicBezTo>
                    <a:pt x="1304" y="302"/>
                    <a:pt x="1003" y="1"/>
                    <a:pt x="6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23"/>
            <p:cNvSpPr/>
            <p:nvPr/>
          </p:nvSpPr>
          <p:spPr>
            <a:xfrm>
              <a:off x="3213706" y="1912093"/>
              <a:ext cx="53640" cy="52612"/>
            </a:xfrm>
            <a:custGeom>
              <a:rect b="b" l="l" r="r" t="t"/>
              <a:pathLst>
                <a:path extrusionOk="0" h="1279" w="1304">
                  <a:moveTo>
                    <a:pt x="652" y="1"/>
                  </a:moveTo>
                  <a:cubicBezTo>
                    <a:pt x="276" y="1"/>
                    <a:pt x="0" y="277"/>
                    <a:pt x="0" y="652"/>
                  </a:cubicBezTo>
                  <a:cubicBezTo>
                    <a:pt x="0" y="1003"/>
                    <a:pt x="276" y="1279"/>
                    <a:pt x="652" y="1279"/>
                  </a:cubicBezTo>
                  <a:cubicBezTo>
                    <a:pt x="1003" y="1279"/>
                    <a:pt x="1303" y="1003"/>
                    <a:pt x="1303" y="652"/>
                  </a:cubicBezTo>
                  <a:cubicBezTo>
                    <a:pt x="1303" y="277"/>
                    <a:pt x="1003" y="1"/>
                    <a:pt x="6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23"/>
            <p:cNvSpPr/>
            <p:nvPr/>
          </p:nvSpPr>
          <p:spPr>
            <a:xfrm>
              <a:off x="2916746" y="1839941"/>
              <a:ext cx="53681" cy="53640"/>
            </a:xfrm>
            <a:custGeom>
              <a:rect b="b" l="l" r="r" t="t"/>
              <a:pathLst>
                <a:path extrusionOk="0" h="1304" w="1305">
                  <a:moveTo>
                    <a:pt x="653" y="0"/>
                  </a:moveTo>
                  <a:cubicBezTo>
                    <a:pt x="302" y="0"/>
                    <a:pt x="1" y="301"/>
                    <a:pt x="1" y="652"/>
                  </a:cubicBezTo>
                  <a:cubicBezTo>
                    <a:pt x="1" y="1028"/>
                    <a:pt x="302" y="1304"/>
                    <a:pt x="653" y="1304"/>
                  </a:cubicBezTo>
                  <a:cubicBezTo>
                    <a:pt x="1003" y="1304"/>
                    <a:pt x="1304" y="1028"/>
                    <a:pt x="1304" y="652"/>
                  </a:cubicBezTo>
                  <a:cubicBezTo>
                    <a:pt x="1304" y="301"/>
                    <a:pt x="1003" y="0"/>
                    <a:pt x="6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23"/>
            <p:cNvSpPr/>
            <p:nvPr/>
          </p:nvSpPr>
          <p:spPr>
            <a:xfrm>
              <a:off x="2738421" y="2058497"/>
              <a:ext cx="53640" cy="53640"/>
            </a:xfrm>
            <a:custGeom>
              <a:rect b="b" l="l" r="r" t="t"/>
              <a:pathLst>
                <a:path extrusionOk="0" h="1304" w="1304">
                  <a:moveTo>
                    <a:pt x="652" y="1"/>
                  </a:moveTo>
                  <a:cubicBezTo>
                    <a:pt x="301" y="1"/>
                    <a:pt x="0" y="276"/>
                    <a:pt x="0" y="652"/>
                  </a:cubicBezTo>
                  <a:cubicBezTo>
                    <a:pt x="0" y="1003"/>
                    <a:pt x="301" y="1304"/>
                    <a:pt x="652" y="1304"/>
                  </a:cubicBezTo>
                  <a:cubicBezTo>
                    <a:pt x="1003" y="1304"/>
                    <a:pt x="1303" y="1003"/>
                    <a:pt x="1303" y="652"/>
                  </a:cubicBezTo>
                  <a:cubicBezTo>
                    <a:pt x="1303" y="276"/>
                    <a:pt x="1003" y="1"/>
                    <a:pt x="6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23"/>
            <p:cNvSpPr/>
            <p:nvPr/>
          </p:nvSpPr>
          <p:spPr>
            <a:xfrm>
              <a:off x="2586835" y="1774987"/>
              <a:ext cx="53681" cy="53640"/>
            </a:xfrm>
            <a:custGeom>
              <a:rect b="b" l="l" r="r" t="t"/>
              <a:pathLst>
                <a:path extrusionOk="0" h="1304" w="1305">
                  <a:moveTo>
                    <a:pt x="652" y="0"/>
                  </a:moveTo>
                  <a:cubicBezTo>
                    <a:pt x="277" y="0"/>
                    <a:pt x="1" y="301"/>
                    <a:pt x="1" y="652"/>
                  </a:cubicBezTo>
                  <a:cubicBezTo>
                    <a:pt x="1" y="1003"/>
                    <a:pt x="277" y="1304"/>
                    <a:pt x="652" y="1304"/>
                  </a:cubicBezTo>
                  <a:cubicBezTo>
                    <a:pt x="1003" y="1304"/>
                    <a:pt x="1304" y="1003"/>
                    <a:pt x="1304" y="652"/>
                  </a:cubicBezTo>
                  <a:cubicBezTo>
                    <a:pt x="1304" y="301"/>
                    <a:pt x="1003" y="0"/>
                    <a:pt x="6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23"/>
            <p:cNvSpPr/>
            <p:nvPr/>
          </p:nvSpPr>
          <p:spPr>
            <a:xfrm>
              <a:off x="2411595" y="2188404"/>
              <a:ext cx="53640" cy="53640"/>
            </a:xfrm>
            <a:custGeom>
              <a:rect b="b" l="l" r="r" t="t"/>
              <a:pathLst>
                <a:path extrusionOk="0" h="1304" w="1304">
                  <a:moveTo>
                    <a:pt x="652" y="1"/>
                  </a:moveTo>
                  <a:cubicBezTo>
                    <a:pt x="301" y="1"/>
                    <a:pt x="0" y="301"/>
                    <a:pt x="0" y="652"/>
                  </a:cubicBezTo>
                  <a:cubicBezTo>
                    <a:pt x="0" y="1003"/>
                    <a:pt x="301" y="1304"/>
                    <a:pt x="652" y="1304"/>
                  </a:cubicBezTo>
                  <a:cubicBezTo>
                    <a:pt x="1028" y="1304"/>
                    <a:pt x="1303" y="1003"/>
                    <a:pt x="1303" y="652"/>
                  </a:cubicBezTo>
                  <a:cubicBezTo>
                    <a:pt x="1303" y="301"/>
                    <a:pt x="1028" y="1"/>
                    <a:pt x="6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23"/>
            <p:cNvSpPr/>
            <p:nvPr/>
          </p:nvSpPr>
          <p:spPr>
            <a:xfrm>
              <a:off x="2254867" y="2096671"/>
              <a:ext cx="53640" cy="53640"/>
            </a:xfrm>
            <a:custGeom>
              <a:rect b="b" l="l" r="r" t="t"/>
              <a:pathLst>
                <a:path extrusionOk="0" h="1304" w="1304">
                  <a:moveTo>
                    <a:pt x="652" y="0"/>
                  </a:moveTo>
                  <a:cubicBezTo>
                    <a:pt x="276" y="0"/>
                    <a:pt x="1" y="301"/>
                    <a:pt x="1" y="652"/>
                  </a:cubicBezTo>
                  <a:cubicBezTo>
                    <a:pt x="1" y="1003"/>
                    <a:pt x="276" y="1303"/>
                    <a:pt x="652" y="1303"/>
                  </a:cubicBezTo>
                  <a:cubicBezTo>
                    <a:pt x="1003" y="1303"/>
                    <a:pt x="1304" y="1003"/>
                    <a:pt x="1304" y="652"/>
                  </a:cubicBezTo>
                  <a:cubicBezTo>
                    <a:pt x="1304" y="301"/>
                    <a:pt x="1003" y="0"/>
                    <a:pt x="6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23"/>
            <p:cNvSpPr/>
            <p:nvPr/>
          </p:nvSpPr>
          <p:spPr>
            <a:xfrm>
              <a:off x="2118789" y="2174994"/>
              <a:ext cx="52612" cy="53681"/>
            </a:xfrm>
            <a:custGeom>
              <a:rect b="b" l="l" r="r" t="t"/>
              <a:pathLst>
                <a:path extrusionOk="0" h="1305" w="1279">
                  <a:moveTo>
                    <a:pt x="652" y="1"/>
                  </a:moveTo>
                  <a:cubicBezTo>
                    <a:pt x="276" y="1"/>
                    <a:pt x="0" y="302"/>
                    <a:pt x="0" y="652"/>
                  </a:cubicBezTo>
                  <a:cubicBezTo>
                    <a:pt x="0" y="1003"/>
                    <a:pt x="276" y="1304"/>
                    <a:pt x="652" y="1304"/>
                  </a:cubicBezTo>
                  <a:cubicBezTo>
                    <a:pt x="1003" y="1304"/>
                    <a:pt x="1279" y="1003"/>
                    <a:pt x="1279" y="652"/>
                  </a:cubicBezTo>
                  <a:cubicBezTo>
                    <a:pt x="1279" y="302"/>
                    <a:pt x="1003" y="1"/>
                    <a:pt x="6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4" name="Google Shape;1144;p23"/>
          <p:cNvSpPr txBox="1"/>
          <p:nvPr>
            <p:ph idx="1" type="subTitle"/>
          </p:nvPr>
        </p:nvSpPr>
        <p:spPr>
          <a:xfrm>
            <a:off x="540000" y="2888225"/>
            <a:ext cx="1066500" cy="32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875" lIns="73875" spcFirstLastPara="1" rIns="73875" wrap="square" tIns="73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ru" sz="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1. очистка данных</a:t>
            </a:r>
            <a:endParaRPr sz="1100"/>
          </a:p>
        </p:txBody>
      </p:sp>
      <p:sp>
        <p:nvSpPr>
          <p:cNvPr id="1145" name="Google Shape;1145;p23"/>
          <p:cNvSpPr txBox="1"/>
          <p:nvPr>
            <p:ph idx="1" type="subTitle"/>
          </p:nvPr>
        </p:nvSpPr>
        <p:spPr>
          <a:xfrm>
            <a:off x="3956650" y="3820250"/>
            <a:ext cx="1066500" cy="32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875" lIns="73875" spcFirstLastPara="1" rIns="73875" wrap="square" tIns="73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ru" sz="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3. бизнес-анализ</a:t>
            </a:r>
            <a:endParaRPr sz="900"/>
          </a:p>
        </p:txBody>
      </p:sp>
      <p:sp>
        <p:nvSpPr>
          <p:cNvPr id="1146" name="Google Shape;1146;p23"/>
          <p:cNvSpPr txBox="1"/>
          <p:nvPr>
            <p:ph idx="1" type="subTitle"/>
          </p:nvPr>
        </p:nvSpPr>
        <p:spPr>
          <a:xfrm>
            <a:off x="6859700" y="4669275"/>
            <a:ext cx="1066500" cy="32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875" lIns="73875" spcFirstLastPara="1" rIns="73875" wrap="square" tIns="73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ru" sz="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5. гипотеза роста</a:t>
            </a:r>
            <a:endParaRPr b="1" sz="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1147" name="Google Shape;1147;p23"/>
          <p:cNvGrpSpPr/>
          <p:nvPr/>
        </p:nvGrpSpPr>
        <p:grpSpPr>
          <a:xfrm>
            <a:off x="5505847" y="3589469"/>
            <a:ext cx="924865" cy="724791"/>
            <a:chOff x="5306450" y="1437175"/>
            <a:chExt cx="3329249" cy="2609041"/>
          </a:xfrm>
        </p:grpSpPr>
        <p:sp>
          <p:nvSpPr>
            <p:cNvPr id="1148" name="Google Shape;1148;p23"/>
            <p:cNvSpPr/>
            <p:nvPr/>
          </p:nvSpPr>
          <p:spPr>
            <a:xfrm>
              <a:off x="7857393" y="3731090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01" y="0"/>
                  </a:moveTo>
                  <a:lnTo>
                    <a:pt x="0" y="176"/>
                  </a:lnTo>
                  <a:lnTo>
                    <a:pt x="451" y="903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23"/>
            <p:cNvSpPr/>
            <p:nvPr/>
          </p:nvSpPr>
          <p:spPr>
            <a:xfrm>
              <a:off x="7794906" y="3630171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01" y="1"/>
                  </a:moveTo>
                  <a:lnTo>
                    <a:pt x="1" y="176"/>
                  </a:lnTo>
                  <a:lnTo>
                    <a:pt x="427" y="903"/>
                  </a:lnTo>
                  <a:lnTo>
                    <a:pt x="753" y="702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23"/>
            <p:cNvSpPr/>
            <p:nvPr/>
          </p:nvSpPr>
          <p:spPr>
            <a:xfrm>
              <a:off x="7732515" y="3529348"/>
              <a:ext cx="72070" cy="86544"/>
            </a:xfrm>
            <a:custGeom>
              <a:rect b="b" l="l" r="r" t="t"/>
              <a:pathLst>
                <a:path extrusionOk="0" h="903" w="752">
                  <a:moveTo>
                    <a:pt x="301" y="0"/>
                  </a:moveTo>
                  <a:lnTo>
                    <a:pt x="0" y="201"/>
                  </a:lnTo>
                  <a:lnTo>
                    <a:pt x="426" y="902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23"/>
            <p:cNvSpPr/>
            <p:nvPr/>
          </p:nvSpPr>
          <p:spPr>
            <a:xfrm>
              <a:off x="7667632" y="3428429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26" y="0"/>
                  </a:moveTo>
                  <a:lnTo>
                    <a:pt x="0" y="201"/>
                  </a:lnTo>
                  <a:lnTo>
                    <a:pt x="451" y="903"/>
                  </a:lnTo>
                  <a:lnTo>
                    <a:pt x="752" y="702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23"/>
            <p:cNvSpPr/>
            <p:nvPr/>
          </p:nvSpPr>
          <p:spPr>
            <a:xfrm>
              <a:off x="7605145" y="3327510"/>
              <a:ext cx="72166" cy="86639"/>
            </a:xfrm>
            <a:custGeom>
              <a:rect b="b" l="l" r="r" t="t"/>
              <a:pathLst>
                <a:path extrusionOk="0" h="904" w="753">
                  <a:moveTo>
                    <a:pt x="327" y="1"/>
                  </a:moveTo>
                  <a:lnTo>
                    <a:pt x="1" y="201"/>
                  </a:lnTo>
                  <a:lnTo>
                    <a:pt x="452" y="903"/>
                  </a:lnTo>
                  <a:lnTo>
                    <a:pt x="753" y="703"/>
                  </a:lnTo>
                  <a:lnTo>
                    <a:pt x="327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23"/>
            <p:cNvSpPr/>
            <p:nvPr/>
          </p:nvSpPr>
          <p:spPr>
            <a:xfrm>
              <a:off x="7542754" y="3226687"/>
              <a:ext cx="72070" cy="86544"/>
            </a:xfrm>
            <a:custGeom>
              <a:rect b="b" l="l" r="r" t="t"/>
              <a:pathLst>
                <a:path extrusionOk="0" h="903" w="752">
                  <a:moveTo>
                    <a:pt x="301" y="0"/>
                  </a:moveTo>
                  <a:lnTo>
                    <a:pt x="0" y="201"/>
                  </a:lnTo>
                  <a:lnTo>
                    <a:pt x="451" y="902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23"/>
            <p:cNvSpPr/>
            <p:nvPr/>
          </p:nvSpPr>
          <p:spPr>
            <a:xfrm>
              <a:off x="7480267" y="3125768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01" y="1"/>
                  </a:moveTo>
                  <a:lnTo>
                    <a:pt x="0" y="201"/>
                  </a:lnTo>
                  <a:lnTo>
                    <a:pt x="427" y="903"/>
                  </a:lnTo>
                  <a:lnTo>
                    <a:pt x="752" y="702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23"/>
            <p:cNvSpPr/>
            <p:nvPr/>
          </p:nvSpPr>
          <p:spPr>
            <a:xfrm>
              <a:off x="7417780" y="3024850"/>
              <a:ext cx="72166" cy="86639"/>
            </a:xfrm>
            <a:custGeom>
              <a:rect b="b" l="l" r="r" t="t"/>
              <a:pathLst>
                <a:path extrusionOk="0" h="904" w="753">
                  <a:moveTo>
                    <a:pt x="302" y="1"/>
                  </a:moveTo>
                  <a:lnTo>
                    <a:pt x="1" y="201"/>
                  </a:lnTo>
                  <a:lnTo>
                    <a:pt x="427" y="903"/>
                  </a:lnTo>
                  <a:lnTo>
                    <a:pt x="753" y="7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23"/>
            <p:cNvSpPr/>
            <p:nvPr/>
          </p:nvSpPr>
          <p:spPr>
            <a:xfrm>
              <a:off x="7352993" y="2924027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26" y="0"/>
                  </a:moveTo>
                  <a:lnTo>
                    <a:pt x="0" y="201"/>
                  </a:lnTo>
                  <a:lnTo>
                    <a:pt x="451" y="902"/>
                  </a:lnTo>
                  <a:lnTo>
                    <a:pt x="752" y="702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23"/>
            <p:cNvSpPr/>
            <p:nvPr/>
          </p:nvSpPr>
          <p:spPr>
            <a:xfrm>
              <a:off x="7290506" y="2823108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26" y="1"/>
                  </a:moveTo>
                  <a:lnTo>
                    <a:pt x="1" y="201"/>
                  </a:lnTo>
                  <a:lnTo>
                    <a:pt x="452" y="903"/>
                  </a:lnTo>
                  <a:lnTo>
                    <a:pt x="752" y="702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23"/>
            <p:cNvSpPr/>
            <p:nvPr/>
          </p:nvSpPr>
          <p:spPr>
            <a:xfrm>
              <a:off x="7228019" y="2722189"/>
              <a:ext cx="72166" cy="86639"/>
            </a:xfrm>
            <a:custGeom>
              <a:rect b="b" l="l" r="r" t="t"/>
              <a:pathLst>
                <a:path extrusionOk="0" h="904" w="753">
                  <a:moveTo>
                    <a:pt x="302" y="1"/>
                  </a:moveTo>
                  <a:lnTo>
                    <a:pt x="1" y="201"/>
                  </a:lnTo>
                  <a:lnTo>
                    <a:pt x="452" y="903"/>
                  </a:lnTo>
                  <a:lnTo>
                    <a:pt x="753" y="7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23"/>
            <p:cNvSpPr/>
            <p:nvPr/>
          </p:nvSpPr>
          <p:spPr>
            <a:xfrm>
              <a:off x="7165628" y="2621366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01" y="0"/>
                  </a:moveTo>
                  <a:lnTo>
                    <a:pt x="0" y="201"/>
                  </a:lnTo>
                  <a:lnTo>
                    <a:pt x="426" y="903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7103141" y="2520447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01" y="1"/>
                  </a:moveTo>
                  <a:lnTo>
                    <a:pt x="1" y="201"/>
                  </a:lnTo>
                  <a:lnTo>
                    <a:pt x="427" y="903"/>
                  </a:lnTo>
                  <a:lnTo>
                    <a:pt x="752" y="702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7040654" y="2419624"/>
              <a:ext cx="69770" cy="86544"/>
            </a:xfrm>
            <a:custGeom>
              <a:rect b="b" l="l" r="r" t="t"/>
              <a:pathLst>
                <a:path extrusionOk="0" h="903" w="728">
                  <a:moveTo>
                    <a:pt x="302" y="0"/>
                  </a:moveTo>
                  <a:lnTo>
                    <a:pt x="1" y="201"/>
                  </a:lnTo>
                  <a:lnTo>
                    <a:pt x="427" y="902"/>
                  </a:lnTo>
                  <a:lnTo>
                    <a:pt x="728" y="7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6975867" y="2318705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26" y="0"/>
                  </a:moveTo>
                  <a:lnTo>
                    <a:pt x="0" y="201"/>
                  </a:lnTo>
                  <a:lnTo>
                    <a:pt x="451" y="903"/>
                  </a:lnTo>
                  <a:lnTo>
                    <a:pt x="752" y="702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6913380" y="2217787"/>
              <a:ext cx="72166" cy="86639"/>
            </a:xfrm>
            <a:custGeom>
              <a:rect b="b" l="l" r="r" t="t"/>
              <a:pathLst>
                <a:path extrusionOk="0" h="904" w="753">
                  <a:moveTo>
                    <a:pt x="326" y="1"/>
                  </a:moveTo>
                  <a:lnTo>
                    <a:pt x="1" y="201"/>
                  </a:lnTo>
                  <a:lnTo>
                    <a:pt x="452" y="903"/>
                  </a:lnTo>
                  <a:lnTo>
                    <a:pt x="753" y="703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6850989" y="2116964"/>
              <a:ext cx="72070" cy="86544"/>
            </a:xfrm>
            <a:custGeom>
              <a:rect b="b" l="l" r="r" t="t"/>
              <a:pathLst>
                <a:path extrusionOk="0" h="903" w="752">
                  <a:moveTo>
                    <a:pt x="301" y="0"/>
                  </a:moveTo>
                  <a:lnTo>
                    <a:pt x="0" y="201"/>
                  </a:lnTo>
                  <a:lnTo>
                    <a:pt x="451" y="902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23"/>
            <p:cNvSpPr/>
            <p:nvPr/>
          </p:nvSpPr>
          <p:spPr>
            <a:xfrm>
              <a:off x="6788502" y="2016045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01" y="0"/>
                  </a:moveTo>
                  <a:lnTo>
                    <a:pt x="0" y="201"/>
                  </a:lnTo>
                  <a:lnTo>
                    <a:pt x="426" y="903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23"/>
            <p:cNvSpPr/>
            <p:nvPr/>
          </p:nvSpPr>
          <p:spPr>
            <a:xfrm>
              <a:off x="6726015" y="1915126"/>
              <a:ext cx="72166" cy="86639"/>
            </a:xfrm>
            <a:custGeom>
              <a:rect b="b" l="l" r="r" t="t"/>
              <a:pathLst>
                <a:path extrusionOk="0" h="904" w="753">
                  <a:moveTo>
                    <a:pt x="302" y="1"/>
                  </a:moveTo>
                  <a:lnTo>
                    <a:pt x="1" y="201"/>
                  </a:lnTo>
                  <a:lnTo>
                    <a:pt x="427" y="903"/>
                  </a:lnTo>
                  <a:lnTo>
                    <a:pt x="753" y="7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5611505" y="1437175"/>
              <a:ext cx="2846470" cy="2394850"/>
            </a:xfrm>
            <a:custGeom>
              <a:rect b="b" l="l" r="r" t="t"/>
              <a:pathLst>
                <a:path extrusionOk="0" h="24988" w="29701">
                  <a:moveTo>
                    <a:pt x="14863" y="0"/>
                  </a:moveTo>
                  <a:lnTo>
                    <a:pt x="1" y="24988"/>
                  </a:lnTo>
                  <a:lnTo>
                    <a:pt x="29700" y="24988"/>
                  </a:lnTo>
                  <a:lnTo>
                    <a:pt x="148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5611505" y="3137748"/>
              <a:ext cx="2846470" cy="694265"/>
            </a:xfrm>
            <a:custGeom>
              <a:rect b="b" l="l" r="r" t="t"/>
              <a:pathLst>
                <a:path extrusionOk="0" h="7244" w="29701">
                  <a:moveTo>
                    <a:pt x="4311" y="1"/>
                  </a:moveTo>
                  <a:lnTo>
                    <a:pt x="1" y="7244"/>
                  </a:lnTo>
                  <a:lnTo>
                    <a:pt x="29700" y="7244"/>
                  </a:lnTo>
                  <a:lnTo>
                    <a:pt x="253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6420960" y="1437175"/>
              <a:ext cx="1229883" cy="1035360"/>
            </a:xfrm>
            <a:custGeom>
              <a:rect b="b" l="l" r="r" t="t"/>
              <a:pathLst>
                <a:path extrusionOk="0" h="10803" w="12833">
                  <a:moveTo>
                    <a:pt x="6417" y="0"/>
                  </a:moveTo>
                  <a:lnTo>
                    <a:pt x="1" y="10802"/>
                  </a:lnTo>
                  <a:lnTo>
                    <a:pt x="12833" y="10802"/>
                  </a:lnTo>
                  <a:lnTo>
                    <a:pt x="64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23"/>
            <p:cNvSpPr/>
            <p:nvPr/>
          </p:nvSpPr>
          <p:spPr>
            <a:xfrm>
              <a:off x="6420960" y="2102492"/>
              <a:ext cx="1229883" cy="370038"/>
            </a:xfrm>
            <a:custGeom>
              <a:rect b="b" l="l" r="r" t="t"/>
              <a:pathLst>
                <a:path extrusionOk="0" h="3861" w="12833">
                  <a:moveTo>
                    <a:pt x="2281" y="1"/>
                  </a:moveTo>
                  <a:lnTo>
                    <a:pt x="1" y="3860"/>
                  </a:lnTo>
                  <a:lnTo>
                    <a:pt x="12833" y="3860"/>
                  </a:lnTo>
                  <a:lnTo>
                    <a:pt x="105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23"/>
            <p:cNvSpPr/>
            <p:nvPr/>
          </p:nvSpPr>
          <p:spPr>
            <a:xfrm>
              <a:off x="7569110" y="1915126"/>
              <a:ext cx="161007" cy="158615"/>
            </a:xfrm>
            <a:custGeom>
              <a:rect b="b" l="l" r="r" t="t"/>
              <a:pathLst>
                <a:path extrusionOk="0" h="1655" w="1680">
                  <a:moveTo>
                    <a:pt x="302" y="1"/>
                  </a:moveTo>
                  <a:lnTo>
                    <a:pt x="1" y="277"/>
                  </a:lnTo>
                  <a:lnTo>
                    <a:pt x="1379" y="1655"/>
                  </a:lnTo>
                  <a:lnTo>
                    <a:pt x="1680" y="1354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7571506" y="1915126"/>
              <a:ext cx="156215" cy="158615"/>
            </a:xfrm>
            <a:custGeom>
              <a:rect b="b" l="l" r="r" t="t"/>
              <a:pathLst>
                <a:path extrusionOk="0" h="1655" w="1630">
                  <a:moveTo>
                    <a:pt x="1354" y="1"/>
                  </a:moveTo>
                  <a:lnTo>
                    <a:pt x="1" y="1354"/>
                  </a:lnTo>
                  <a:lnTo>
                    <a:pt x="277" y="1655"/>
                  </a:lnTo>
                  <a:lnTo>
                    <a:pt x="1630" y="277"/>
                  </a:lnTo>
                  <a:lnTo>
                    <a:pt x="13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5882921" y="2025629"/>
              <a:ext cx="187458" cy="187463"/>
            </a:xfrm>
            <a:custGeom>
              <a:rect b="b" l="l" r="r" t="t"/>
              <a:pathLst>
                <a:path extrusionOk="0" h="1956" w="1956">
                  <a:moveTo>
                    <a:pt x="978" y="427"/>
                  </a:moveTo>
                  <a:cubicBezTo>
                    <a:pt x="1279" y="427"/>
                    <a:pt x="1530" y="677"/>
                    <a:pt x="1530" y="978"/>
                  </a:cubicBezTo>
                  <a:cubicBezTo>
                    <a:pt x="1530" y="1279"/>
                    <a:pt x="1279" y="1530"/>
                    <a:pt x="978" y="1530"/>
                  </a:cubicBezTo>
                  <a:cubicBezTo>
                    <a:pt x="652" y="1530"/>
                    <a:pt x="402" y="1279"/>
                    <a:pt x="402" y="978"/>
                  </a:cubicBezTo>
                  <a:cubicBezTo>
                    <a:pt x="402" y="677"/>
                    <a:pt x="652" y="427"/>
                    <a:pt x="978" y="427"/>
                  </a:cubicBezTo>
                  <a:close/>
                  <a:moveTo>
                    <a:pt x="978" y="1"/>
                  </a:moveTo>
                  <a:cubicBezTo>
                    <a:pt x="427" y="1"/>
                    <a:pt x="1" y="452"/>
                    <a:pt x="1" y="978"/>
                  </a:cubicBezTo>
                  <a:cubicBezTo>
                    <a:pt x="1" y="1505"/>
                    <a:pt x="427" y="1956"/>
                    <a:pt x="978" y="1956"/>
                  </a:cubicBezTo>
                  <a:cubicBezTo>
                    <a:pt x="1504" y="1956"/>
                    <a:pt x="1956" y="1505"/>
                    <a:pt x="1956" y="978"/>
                  </a:cubicBezTo>
                  <a:cubicBezTo>
                    <a:pt x="1956" y="452"/>
                    <a:pt x="1504" y="1"/>
                    <a:pt x="978" y="1"/>
                  </a:cubicBezTo>
                  <a:close/>
                </a:path>
              </a:pathLst>
            </a:custGeom>
            <a:solidFill>
              <a:srgbClr val="6186CC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5882921" y="2025629"/>
              <a:ext cx="187458" cy="187463"/>
            </a:xfrm>
            <a:custGeom>
              <a:rect b="b" l="l" r="r" t="t"/>
              <a:pathLst>
                <a:path extrusionOk="0" h="1956" w="1956">
                  <a:moveTo>
                    <a:pt x="978" y="427"/>
                  </a:moveTo>
                  <a:cubicBezTo>
                    <a:pt x="1279" y="427"/>
                    <a:pt x="1530" y="677"/>
                    <a:pt x="1530" y="978"/>
                  </a:cubicBezTo>
                  <a:cubicBezTo>
                    <a:pt x="1530" y="1279"/>
                    <a:pt x="1279" y="1530"/>
                    <a:pt x="978" y="1530"/>
                  </a:cubicBezTo>
                  <a:cubicBezTo>
                    <a:pt x="652" y="1530"/>
                    <a:pt x="402" y="1279"/>
                    <a:pt x="402" y="978"/>
                  </a:cubicBezTo>
                  <a:cubicBezTo>
                    <a:pt x="402" y="677"/>
                    <a:pt x="652" y="427"/>
                    <a:pt x="978" y="427"/>
                  </a:cubicBezTo>
                  <a:close/>
                  <a:moveTo>
                    <a:pt x="978" y="1"/>
                  </a:moveTo>
                  <a:cubicBezTo>
                    <a:pt x="427" y="1"/>
                    <a:pt x="1" y="452"/>
                    <a:pt x="1" y="978"/>
                  </a:cubicBezTo>
                  <a:cubicBezTo>
                    <a:pt x="1" y="1505"/>
                    <a:pt x="427" y="1956"/>
                    <a:pt x="978" y="1956"/>
                  </a:cubicBezTo>
                  <a:cubicBezTo>
                    <a:pt x="1504" y="1956"/>
                    <a:pt x="1956" y="1505"/>
                    <a:pt x="1956" y="978"/>
                  </a:cubicBezTo>
                  <a:cubicBezTo>
                    <a:pt x="1956" y="452"/>
                    <a:pt x="1504" y="1"/>
                    <a:pt x="9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23"/>
            <p:cNvSpPr/>
            <p:nvPr/>
          </p:nvSpPr>
          <p:spPr>
            <a:xfrm>
              <a:off x="8371377" y="2539711"/>
              <a:ext cx="36131" cy="52904"/>
            </a:xfrm>
            <a:custGeom>
              <a:rect b="b" l="l" r="r" t="t"/>
              <a:pathLst>
                <a:path extrusionOk="0" h="552" w="377">
                  <a:moveTo>
                    <a:pt x="1" y="0"/>
                  </a:moveTo>
                  <a:lnTo>
                    <a:pt x="1" y="552"/>
                  </a:lnTo>
                  <a:lnTo>
                    <a:pt x="377" y="55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23"/>
            <p:cNvSpPr/>
            <p:nvPr/>
          </p:nvSpPr>
          <p:spPr>
            <a:xfrm>
              <a:off x="8371377" y="2616574"/>
              <a:ext cx="36131" cy="52904"/>
            </a:xfrm>
            <a:custGeom>
              <a:rect b="b" l="l" r="r" t="t"/>
              <a:pathLst>
                <a:path extrusionOk="0" h="552" w="377">
                  <a:moveTo>
                    <a:pt x="1" y="0"/>
                  </a:moveTo>
                  <a:lnTo>
                    <a:pt x="1" y="552"/>
                  </a:lnTo>
                  <a:lnTo>
                    <a:pt x="377" y="55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8371377" y="2693437"/>
              <a:ext cx="36131" cy="52904"/>
            </a:xfrm>
            <a:custGeom>
              <a:rect b="b" l="l" r="r" t="t"/>
              <a:pathLst>
                <a:path extrusionOk="0" h="552" w="377">
                  <a:moveTo>
                    <a:pt x="1" y="0"/>
                  </a:moveTo>
                  <a:lnTo>
                    <a:pt x="1" y="552"/>
                  </a:lnTo>
                  <a:lnTo>
                    <a:pt x="377" y="55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8371377" y="2770300"/>
              <a:ext cx="36131" cy="50508"/>
            </a:xfrm>
            <a:custGeom>
              <a:rect b="b" l="l" r="r" t="t"/>
              <a:pathLst>
                <a:path extrusionOk="0" h="527" w="377">
                  <a:moveTo>
                    <a:pt x="1" y="0"/>
                  </a:moveTo>
                  <a:lnTo>
                    <a:pt x="1" y="527"/>
                  </a:lnTo>
                  <a:lnTo>
                    <a:pt x="377" y="527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23"/>
            <p:cNvSpPr/>
            <p:nvPr/>
          </p:nvSpPr>
          <p:spPr>
            <a:xfrm>
              <a:off x="8371377" y="2847163"/>
              <a:ext cx="36131" cy="50508"/>
            </a:xfrm>
            <a:custGeom>
              <a:rect b="b" l="l" r="r" t="t"/>
              <a:pathLst>
                <a:path extrusionOk="0" h="527" w="377">
                  <a:moveTo>
                    <a:pt x="1" y="0"/>
                  </a:moveTo>
                  <a:lnTo>
                    <a:pt x="1" y="527"/>
                  </a:lnTo>
                  <a:lnTo>
                    <a:pt x="377" y="527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23"/>
            <p:cNvSpPr/>
            <p:nvPr/>
          </p:nvSpPr>
          <p:spPr>
            <a:xfrm>
              <a:off x="8371377" y="2924027"/>
              <a:ext cx="36131" cy="50508"/>
            </a:xfrm>
            <a:custGeom>
              <a:rect b="b" l="l" r="r" t="t"/>
              <a:pathLst>
                <a:path extrusionOk="0" h="527" w="377">
                  <a:moveTo>
                    <a:pt x="1" y="0"/>
                  </a:moveTo>
                  <a:lnTo>
                    <a:pt x="1" y="527"/>
                  </a:lnTo>
                  <a:lnTo>
                    <a:pt x="377" y="527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8371377" y="3000890"/>
              <a:ext cx="36131" cy="50508"/>
            </a:xfrm>
            <a:custGeom>
              <a:rect b="b" l="l" r="r" t="t"/>
              <a:pathLst>
                <a:path extrusionOk="0" h="527" w="377">
                  <a:moveTo>
                    <a:pt x="1" y="0"/>
                  </a:moveTo>
                  <a:lnTo>
                    <a:pt x="1" y="527"/>
                  </a:lnTo>
                  <a:lnTo>
                    <a:pt x="377" y="527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7297694" y="2743849"/>
              <a:ext cx="795164" cy="129767"/>
            </a:xfrm>
            <a:custGeom>
              <a:rect b="b" l="l" r="r" t="t"/>
              <a:pathLst>
                <a:path extrusionOk="0" h="1354" w="8297">
                  <a:moveTo>
                    <a:pt x="176" y="1"/>
                  </a:moveTo>
                  <a:lnTo>
                    <a:pt x="1" y="176"/>
                  </a:lnTo>
                  <a:lnTo>
                    <a:pt x="677" y="928"/>
                  </a:lnTo>
                  <a:cubicBezTo>
                    <a:pt x="826" y="1117"/>
                    <a:pt x="1047" y="1211"/>
                    <a:pt x="1270" y="1211"/>
                  </a:cubicBezTo>
                  <a:cubicBezTo>
                    <a:pt x="1462" y="1211"/>
                    <a:pt x="1655" y="1142"/>
                    <a:pt x="1805" y="1003"/>
                  </a:cubicBezTo>
                  <a:lnTo>
                    <a:pt x="2407" y="477"/>
                  </a:lnTo>
                  <a:cubicBezTo>
                    <a:pt x="2532" y="376"/>
                    <a:pt x="2682" y="326"/>
                    <a:pt x="2833" y="326"/>
                  </a:cubicBezTo>
                  <a:cubicBezTo>
                    <a:pt x="2983" y="351"/>
                    <a:pt x="3108" y="402"/>
                    <a:pt x="3209" y="527"/>
                  </a:cubicBezTo>
                  <a:lnTo>
                    <a:pt x="3660" y="1028"/>
                  </a:lnTo>
                  <a:cubicBezTo>
                    <a:pt x="3785" y="1204"/>
                    <a:pt x="3986" y="1304"/>
                    <a:pt x="4211" y="1304"/>
                  </a:cubicBezTo>
                  <a:cubicBezTo>
                    <a:pt x="4237" y="1307"/>
                    <a:pt x="4263" y="1309"/>
                    <a:pt x="4289" y="1309"/>
                  </a:cubicBezTo>
                  <a:cubicBezTo>
                    <a:pt x="4468" y="1309"/>
                    <a:pt x="4656" y="1235"/>
                    <a:pt x="4788" y="1103"/>
                  </a:cubicBezTo>
                  <a:lnTo>
                    <a:pt x="5339" y="627"/>
                  </a:lnTo>
                  <a:cubicBezTo>
                    <a:pt x="5423" y="523"/>
                    <a:pt x="5541" y="470"/>
                    <a:pt x="5680" y="470"/>
                  </a:cubicBezTo>
                  <a:cubicBezTo>
                    <a:pt x="5707" y="470"/>
                    <a:pt x="5736" y="473"/>
                    <a:pt x="5765" y="477"/>
                  </a:cubicBezTo>
                  <a:cubicBezTo>
                    <a:pt x="5916" y="502"/>
                    <a:pt x="6041" y="577"/>
                    <a:pt x="6141" y="677"/>
                  </a:cubicBezTo>
                  <a:lnTo>
                    <a:pt x="6417" y="1028"/>
                  </a:lnTo>
                  <a:cubicBezTo>
                    <a:pt x="6567" y="1229"/>
                    <a:pt x="6768" y="1329"/>
                    <a:pt x="7018" y="1354"/>
                  </a:cubicBezTo>
                  <a:cubicBezTo>
                    <a:pt x="7244" y="1354"/>
                    <a:pt x="7469" y="1254"/>
                    <a:pt x="7645" y="1078"/>
                  </a:cubicBezTo>
                  <a:lnTo>
                    <a:pt x="8296" y="376"/>
                  </a:lnTo>
                  <a:lnTo>
                    <a:pt x="8121" y="226"/>
                  </a:lnTo>
                  <a:lnTo>
                    <a:pt x="7444" y="928"/>
                  </a:lnTo>
                  <a:cubicBezTo>
                    <a:pt x="7344" y="1053"/>
                    <a:pt x="7194" y="1103"/>
                    <a:pt x="7018" y="1103"/>
                  </a:cubicBezTo>
                  <a:cubicBezTo>
                    <a:pt x="6868" y="1103"/>
                    <a:pt x="6718" y="1028"/>
                    <a:pt x="6617" y="878"/>
                  </a:cubicBezTo>
                  <a:lnTo>
                    <a:pt x="6342" y="527"/>
                  </a:lnTo>
                  <a:cubicBezTo>
                    <a:pt x="6191" y="376"/>
                    <a:pt x="5991" y="251"/>
                    <a:pt x="5765" y="226"/>
                  </a:cubicBezTo>
                  <a:cubicBezTo>
                    <a:pt x="5565" y="226"/>
                    <a:pt x="5339" y="301"/>
                    <a:pt x="5164" y="427"/>
                  </a:cubicBezTo>
                  <a:lnTo>
                    <a:pt x="4637" y="928"/>
                  </a:lnTo>
                  <a:cubicBezTo>
                    <a:pt x="4512" y="1028"/>
                    <a:pt x="4362" y="1078"/>
                    <a:pt x="4211" y="1078"/>
                  </a:cubicBezTo>
                  <a:cubicBezTo>
                    <a:pt x="4061" y="1053"/>
                    <a:pt x="3936" y="1003"/>
                    <a:pt x="3835" y="878"/>
                  </a:cubicBezTo>
                  <a:lnTo>
                    <a:pt x="3384" y="351"/>
                  </a:lnTo>
                  <a:cubicBezTo>
                    <a:pt x="3259" y="201"/>
                    <a:pt x="3058" y="101"/>
                    <a:pt x="2833" y="101"/>
                  </a:cubicBezTo>
                  <a:cubicBezTo>
                    <a:pt x="2807" y="98"/>
                    <a:pt x="2781" y="96"/>
                    <a:pt x="2755" y="96"/>
                  </a:cubicBezTo>
                  <a:cubicBezTo>
                    <a:pt x="2581" y="96"/>
                    <a:pt x="2409" y="167"/>
                    <a:pt x="2256" y="276"/>
                  </a:cubicBezTo>
                  <a:lnTo>
                    <a:pt x="1630" y="828"/>
                  </a:lnTo>
                  <a:cubicBezTo>
                    <a:pt x="1527" y="919"/>
                    <a:pt x="1398" y="964"/>
                    <a:pt x="1269" y="964"/>
                  </a:cubicBezTo>
                  <a:cubicBezTo>
                    <a:pt x="1115" y="964"/>
                    <a:pt x="962" y="900"/>
                    <a:pt x="853" y="777"/>
                  </a:cubicBezTo>
                  <a:lnTo>
                    <a:pt x="1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23"/>
            <p:cNvSpPr/>
            <p:nvPr/>
          </p:nvSpPr>
          <p:spPr>
            <a:xfrm>
              <a:off x="7405800" y="1593298"/>
              <a:ext cx="756733" cy="319531"/>
            </a:xfrm>
            <a:custGeom>
              <a:rect b="b" l="l" r="r" t="t"/>
              <a:pathLst>
                <a:path extrusionOk="0" h="3334" w="7896">
                  <a:moveTo>
                    <a:pt x="2256" y="0"/>
                  </a:moveTo>
                  <a:lnTo>
                    <a:pt x="1" y="3083"/>
                  </a:lnTo>
                  <a:lnTo>
                    <a:pt x="326" y="3334"/>
                  </a:lnTo>
                  <a:lnTo>
                    <a:pt x="2457" y="427"/>
                  </a:lnTo>
                  <a:lnTo>
                    <a:pt x="7895" y="427"/>
                  </a:lnTo>
                  <a:lnTo>
                    <a:pt x="78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23"/>
            <p:cNvSpPr/>
            <p:nvPr/>
          </p:nvSpPr>
          <p:spPr>
            <a:xfrm>
              <a:off x="8092774" y="1545282"/>
              <a:ext cx="137048" cy="136955"/>
            </a:xfrm>
            <a:custGeom>
              <a:rect b="b" l="l" r="r" t="t"/>
              <a:pathLst>
                <a:path extrusionOk="0" h="1429" w="1430">
                  <a:moveTo>
                    <a:pt x="727" y="0"/>
                  </a:moveTo>
                  <a:cubicBezTo>
                    <a:pt x="326" y="0"/>
                    <a:pt x="0" y="326"/>
                    <a:pt x="0" y="702"/>
                  </a:cubicBezTo>
                  <a:cubicBezTo>
                    <a:pt x="0" y="1103"/>
                    <a:pt x="326" y="1429"/>
                    <a:pt x="727" y="1429"/>
                  </a:cubicBezTo>
                  <a:cubicBezTo>
                    <a:pt x="1128" y="1429"/>
                    <a:pt x="1429" y="1103"/>
                    <a:pt x="1429" y="702"/>
                  </a:cubicBezTo>
                  <a:cubicBezTo>
                    <a:pt x="1429" y="326"/>
                    <a:pt x="1128" y="0"/>
                    <a:pt x="7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23"/>
            <p:cNvSpPr/>
            <p:nvPr/>
          </p:nvSpPr>
          <p:spPr>
            <a:xfrm>
              <a:off x="6346493" y="2318705"/>
              <a:ext cx="362841" cy="28944"/>
            </a:xfrm>
            <a:custGeom>
              <a:rect b="b" l="l" r="r" t="t"/>
              <a:pathLst>
                <a:path extrusionOk="0" h="302" w="3786">
                  <a:moveTo>
                    <a:pt x="1" y="0"/>
                  </a:moveTo>
                  <a:lnTo>
                    <a:pt x="1" y="301"/>
                  </a:lnTo>
                  <a:lnTo>
                    <a:pt x="3785" y="301"/>
                  </a:lnTo>
                  <a:lnTo>
                    <a:pt x="37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23"/>
            <p:cNvSpPr/>
            <p:nvPr/>
          </p:nvSpPr>
          <p:spPr>
            <a:xfrm>
              <a:off x="6488239" y="2227466"/>
              <a:ext cx="199438" cy="26452"/>
            </a:xfrm>
            <a:custGeom>
              <a:rect b="b" l="l" r="r" t="t"/>
              <a:pathLst>
                <a:path extrusionOk="0" h="276" w="2081">
                  <a:moveTo>
                    <a:pt x="1" y="0"/>
                  </a:moveTo>
                  <a:lnTo>
                    <a:pt x="1" y="276"/>
                  </a:lnTo>
                  <a:lnTo>
                    <a:pt x="2081" y="276"/>
                  </a:lnTo>
                  <a:lnTo>
                    <a:pt x="20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23"/>
            <p:cNvSpPr/>
            <p:nvPr/>
          </p:nvSpPr>
          <p:spPr>
            <a:xfrm>
              <a:off x="7809378" y="3298758"/>
              <a:ext cx="756637" cy="317135"/>
            </a:xfrm>
            <a:custGeom>
              <a:rect b="b" l="l" r="r" t="t"/>
              <a:pathLst>
                <a:path extrusionOk="0" h="3309" w="7895">
                  <a:moveTo>
                    <a:pt x="2256" y="0"/>
                  </a:moveTo>
                  <a:lnTo>
                    <a:pt x="0" y="3083"/>
                  </a:lnTo>
                  <a:lnTo>
                    <a:pt x="326" y="3308"/>
                  </a:lnTo>
                  <a:lnTo>
                    <a:pt x="2456" y="401"/>
                  </a:lnTo>
                  <a:lnTo>
                    <a:pt x="7895" y="401"/>
                  </a:lnTo>
                  <a:lnTo>
                    <a:pt x="78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23"/>
            <p:cNvSpPr/>
            <p:nvPr/>
          </p:nvSpPr>
          <p:spPr>
            <a:xfrm>
              <a:off x="8496351" y="3248251"/>
              <a:ext cx="139348" cy="139447"/>
            </a:xfrm>
            <a:custGeom>
              <a:rect b="b" l="l" r="r" t="t"/>
              <a:pathLst>
                <a:path extrusionOk="0" h="1455" w="1454">
                  <a:moveTo>
                    <a:pt x="727" y="1"/>
                  </a:moveTo>
                  <a:cubicBezTo>
                    <a:pt x="326" y="1"/>
                    <a:pt x="0" y="327"/>
                    <a:pt x="0" y="728"/>
                  </a:cubicBezTo>
                  <a:cubicBezTo>
                    <a:pt x="0" y="1129"/>
                    <a:pt x="326" y="1454"/>
                    <a:pt x="727" y="1454"/>
                  </a:cubicBezTo>
                  <a:cubicBezTo>
                    <a:pt x="1128" y="1454"/>
                    <a:pt x="1454" y="1129"/>
                    <a:pt x="1454" y="728"/>
                  </a:cubicBezTo>
                  <a:cubicBezTo>
                    <a:pt x="1454" y="327"/>
                    <a:pt x="1128" y="1"/>
                    <a:pt x="7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89" name="Google Shape;1189;p23"/>
            <p:cNvGrpSpPr/>
            <p:nvPr/>
          </p:nvGrpSpPr>
          <p:grpSpPr>
            <a:xfrm>
              <a:off x="5306450" y="1672557"/>
              <a:ext cx="1426848" cy="2159452"/>
              <a:chOff x="5306450" y="1672557"/>
              <a:chExt cx="1426848" cy="2159452"/>
            </a:xfrm>
          </p:grpSpPr>
          <p:sp>
            <p:nvSpPr>
              <p:cNvPr id="1190" name="Google Shape;1190;p23"/>
              <p:cNvSpPr/>
              <p:nvPr/>
            </p:nvSpPr>
            <p:spPr>
              <a:xfrm>
                <a:off x="6661228" y="1814303"/>
                <a:ext cx="72070" cy="86544"/>
              </a:xfrm>
              <a:custGeom>
                <a:rect b="b" l="l" r="r" t="t"/>
                <a:pathLst>
                  <a:path extrusionOk="0" h="903" w="752">
                    <a:moveTo>
                      <a:pt x="326" y="0"/>
                    </a:moveTo>
                    <a:lnTo>
                      <a:pt x="0" y="201"/>
                    </a:lnTo>
                    <a:lnTo>
                      <a:pt x="451" y="902"/>
                    </a:lnTo>
                    <a:lnTo>
                      <a:pt x="752" y="702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1" name="Google Shape;1191;p23"/>
              <p:cNvSpPr/>
              <p:nvPr/>
            </p:nvSpPr>
            <p:spPr>
              <a:xfrm>
                <a:off x="6598741" y="1713384"/>
                <a:ext cx="72166" cy="86544"/>
              </a:xfrm>
              <a:custGeom>
                <a:rect b="b" l="l" r="r" t="t"/>
                <a:pathLst>
                  <a:path extrusionOk="0" h="903" w="753">
                    <a:moveTo>
                      <a:pt x="326" y="1"/>
                    </a:moveTo>
                    <a:lnTo>
                      <a:pt x="0" y="201"/>
                    </a:lnTo>
                    <a:lnTo>
                      <a:pt x="452" y="903"/>
                    </a:lnTo>
                    <a:lnTo>
                      <a:pt x="752" y="702"/>
                    </a:lnTo>
                    <a:lnTo>
                      <a:pt x="3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2" name="Google Shape;1192;p23"/>
              <p:cNvSpPr/>
              <p:nvPr/>
            </p:nvSpPr>
            <p:spPr>
              <a:xfrm>
                <a:off x="6531462" y="1672557"/>
                <a:ext cx="72166" cy="88940"/>
              </a:xfrm>
              <a:custGeom>
                <a:rect b="b" l="l" r="r" t="t"/>
                <a:pathLst>
                  <a:path extrusionOk="0" h="928" w="753">
                    <a:moveTo>
                      <a:pt x="427" y="1"/>
                    </a:moveTo>
                    <a:lnTo>
                      <a:pt x="1" y="727"/>
                    </a:lnTo>
                    <a:lnTo>
                      <a:pt x="301" y="928"/>
                    </a:lnTo>
                    <a:lnTo>
                      <a:pt x="753" y="201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p23"/>
              <p:cNvSpPr/>
              <p:nvPr/>
            </p:nvSpPr>
            <p:spPr>
              <a:xfrm>
                <a:off x="6469071" y="1778267"/>
                <a:ext cx="72070" cy="86544"/>
              </a:xfrm>
              <a:custGeom>
                <a:rect b="b" l="l" r="r" t="t"/>
                <a:pathLst>
                  <a:path extrusionOk="0" h="903" w="752">
                    <a:moveTo>
                      <a:pt x="451" y="0"/>
                    </a:moveTo>
                    <a:lnTo>
                      <a:pt x="0" y="702"/>
                    </a:lnTo>
                    <a:lnTo>
                      <a:pt x="326" y="903"/>
                    </a:lnTo>
                    <a:lnTo>
                      <a:pt x="752" y="176"/>
                    </a:lnTo>
                    <a:lnTo>
                      <a:pt x="45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4" name="Google Shape;1194;p23"/>
              <p:cNvSpPr/>
              <p:nvPr/>
            </p:nvSpPr>
            <p:spPr>
              <a:xfrm>
                <a:off x="6408980" y="1881486"/>
                <a:ext cx="72166" cy="86639"/>
              </a:xfrm>
              <a:custGeom>
                <a:rect b="b" l="l" r="r" t="t"/>
                <a:pathLst>
                  <a:path extrusionOk="0" h="904" w="753">
                    <a:moveTo>
                      <a:pt x="427" y="1"/>
                    </a:moveTo>
                    <a:lnTo>
                      <a:pt x="0" y="728"/>
                    </a:lnTo>
                    <a:lnTo>
                      <a:pt x="301" y="903"/>
                    </a:lnTo>
                    <a:lnTo>
                      <a:pt x="752" y="176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5" name="Google Shape;1195;p23"/>
              <p:cNvSpPr/>
              <p:nvPr/>
            </p:nvSpPr>
            <p:spPr>
              <a:xfrm>
                <a:off x="6346493" y="1984801"/>
                <a:ext cx="72166" cy="86544"/>
              </a:xfrm>
              <a:custGeom>
                <a:rect b="b" l="l" r="r" t="t"/>
                <a:pathLst>
                  <a:path extrusionOk="0" h="903" w="753">
                    <a:moveTo>
                      <a:pt x="452" y="1"/>
                    </a:moveTo>
                    <a:lnTo>
                      <a:pt x="1" y="728"/>
                    </a:lnTo>
                    <a:lnTo>
                      <a:pt x="327" y="903"/>
                    </a:lnTo>
                    <a:lnTo>
                      <a:pt x="753" y="176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6" name="Google Shape;1196;p23"/>
              <p:cNvSpPr/>
              <p:nvPr/>
            </p:nvSpPr>
            <p:spPr>
              <a:xfrm>
                <a:off x="6286498" y="2088116"/>
                <a:ext cx="72166" cy="86544"/>
              </a:xfrm>
              <a:custGeom>
                <a:rect b="b" l="l" r="r" t="t"/>
                <a:pathLst>
                  <a:path extrusionOk="0" h="903" w="753">
                    <a:moveTo>
                      <a:pt x="426" y="0"/>
                    </a:moveTo>
                    <a:lnTo>
                      <a:pt x="0" y="727"/>
                    </a:lnTo>
                    <a:lnTo>
                      <a:pt x="301" y="903"/>
                    </a:lnTo>
                    <a:lnTo>
                      <a:pt x="752" y="176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7" name="Google Shape;1197;p23"/>
              <p:cNvSpPr/>
              <p:nvPr/>
            </p:nvSpPr>
            <p:spPr>
              <a:xfrm>
                <a:off x="6224011" y="2191431"/>
                <a:ext cx="72166" cy="86544"/>
              </a:xfrm>
              <a:custGeom>
                <a:rect b="b" l="l" r="r" t="t"/>
                <a:pathLst>
                  <a:path extrusionOk="0" h="903" w="753">
                    <a:moveTo>
                      <a:pt x="427" y="0"/>
                    </a:moveTo>
                    <a:lnTo>
                      <a:pt x="1" y="727"/>
                    </a:lnTo>
                    <a:lnTo>
                      <a:pt x="326" y="902"/>
                    </a:lnTo>
                    <a:lnTo>
                      <a:pt x="753" y="176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8" name="Google Shape;1198;p23"/>
              <p:cNvSpPr/>
              <p:nvPr/>
            </p:nvSpPr>
            <p:spPr>
              <a:xfrm>
                <a:off x="6164016" y="2294650"/>
                <a:ext cx="72070" cy="89035"/>
              </a:xfrm>
              <a:custGeom>
                <a:rect b="b" l="l" r="r" t="t"/>
                <a:pathLst>
                  <a:path extrusionOk="0" h="929" w="752">
                    <a:moveTo>
                      <a:pt x="426" y="1"/>
                    </a:moveTo>
                    <a:lnTo>
                      <a:pt x="0" y="728"/>
                    </a:lnTo>
                    <a:lnTo>
                      <a:pt x="301" y="928"/>
                    </a:lnTo>
                    <a:lnTo>
                      <a:pt x="752" y="201"/>
                    </a:lnTo>
                    <a:lnTo>
                      <a:pt x="4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9" name="Google Shape;1199;p23"/>
              <p:cNvSpPr/>
              <p:nvPr/>
            </p:nvSpPr>
            <p:spPr>
              <a:xfrm>
                <a:off x="6101529" y="2397964"/>
                <a:ext cx="72166" cy="88940"/>
              </a:xfrm>
              <a:custGeom>
                <a:rect b="b" l="l" r="r" t="t"/>
                <a:pathLst>
                  <a:path extrusionOk="0" h="928" w="753">
                    <a:moveTo>
                      <a:pt x="426" y="0"/>
                    </a:moveTo>
                    <a:lnTo>
                      <a:pt x="0" y="727"/>
                    </a:lnTo>
                    <a:lnTo>
                      <a:pt x="326" y="928"/>
                    </a:lnTo>
                    <a:lnTo>
                      <a:pt x="752" y="201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p23"/>
              <p:cNvSpPr/>
              <p:nvPr/>
            </p:nvSpPr>
            <p:spPr>
              <a:xfrm>
                <a:off x="6041438" y="2501279"/>
                <a:ext cx="72166" cy="88940"/>
              </a:xfrm>
              <a:custGeom>
                <a:rect b="b" l="l" r="r" t="t"/>
                <a:pathLst>
                  <a:path extrusionOk="0" h="928" w="753">
                    <a:moveTo>
                      <a:pt x="427" y="0"/>
                    </a:moveTo>
                    <a:lnTo>
                      <a:pt x="1" y="727"/>
                    </a:lnTo>
                    <a:lnTo>
                      <a:pt x="302" y="928"/>
                    </a:lnTo>
                    <a:lnTo>
                      <a:pt x="753" y="201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1" name="Google Shape;1201;p23"/>
              <p:cNvSpPr/>
              <p:nvPr/>
            </p:nvSpPr>
            <p:spPr>
              <a:xfrm>
                <a:off x="5979047" y="2606894"/>
                <a:ext cx="72166" cy="86639"/>
              </a:xfrm>
              <a:custGeom>
                <a:rect b="b" l="l" r="r" t="t"/>
                <a:pathLst>
                  <a:path extrusionOk="0" h="904" w="753">
                    <a:moveTo>
                      <a:pt x="426" y="1"/>
                    </a:moveTo>
                    <a:lnTo>
                      <a:pt x="0" y="728"/>
                    </a:lnTo>
                    <a:lnTo>
                      <a:pt x="326" y="903"/>
                    </a:lnTo>
                    <a:lnTo>
                      <a:pt x="752" y="176"/>
                    </a:lnTo>
                    <a:lnTo>
                      <a:pt x="4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2" name="Google Shape;1202;p23"/>
              <p:cNvSpPr/>
              <p:nvPr/>
            </p:nvSpPr>
            <p:spPr>
              <a:xfrm>
                <a:off x="5918956" y="2710209"/>
                <a:ext cx="69770" cy="86544"/>
              </a:xfrm>
              <a:custGeom>
                <a:rect b="b" l="l" r="r" t="t"/>
                <a:pathLst>
                  <a:path extrusionOk="0" h="903" w="728">
                    <a:moveTo>
                      <a:pt x="427" y="1"/>
                    </a:moveTo>
                    <a:lnTo>
                      <a:pt x="1" y="727"/>
                    </a:lnTo>
                    <a:lnTo>
                      <a:pt x="301" y="903"/>
                    </a:lnTo>
                    <a:lnTo>
                      <a:pt x="727" y="176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3" name="Google Shape;1203;p23"/>
              <p:cNvSpPr/>
              <p:nvPr/>
            </p:nvSpPr>
            <p:spPr>
              <a:xfrm>
                <a:off x="5856565" y="2813524"/>
                <a:ext cx="72070" cy="86544"/>
              </a:xfrm>
              <a:custGeom>
                <a:rect b="b" l="l" r="r" t="t"/>
                <a:pathLst>
                  <a:path extrusionOk="0" h="903" w="752">
                    <a:moveTo>
                      <a:pt x="426" y="0"/>
                    </a:moveTo>
                    <a:lnTo>
                      <a:pt x="0" y="727"/>
                    </a:lnTo>
                    <a:lnTo>
                      <a:pt x="326" y="903"/>
                    </a:lnTo>
                    <a:lnTo>
                      <a:pt x="752" y="176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p23"/>
              <p:cNvSpPr/>
              <p:nvPr/>
            </p:nvSpPr>
            <p:spPr>
              <a:xfrm>
                <a:off x="5796474" y="2916839"/>
                <a:ext cx="69770" cy="86544"/>
              </a:xfrm>
              <a:custGeom>
                <a:rect b="b" l="l" r="r" t="t"/>
                <a:pathLst>
                  <a:path extrusionOk="0" h="903" w="728">
                    <a:moveTo>
                      <a:pt x="427" y="0"/>
                    </a:moveTo>
                    <a:lnTo>
                      <a:pt x="0" y="727"/>
                    </a:lnTo>
                    <a:lnTo>
                      <a:pt x="301" y="902"/>
                    </a:lnTo>
                    <a:lnTo>
                      <a:pt x="727" y="175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5" name="Google Shape;1205;p23"/>
              <p:cNvSpPr/>
              <p:nvPr/>
            </p:nvSpPr>
            <p:spPr>
              <a:xfrm>
                <a:off x="5733987" y="3020058"/>
                <a:ext cx="72166" cy="86544"/>
              </a:xfrm>
              <a:custGeom>
                <a:rect b="b" l="l" r="r" t="t"/>
                <a:pathLst>
                  <a:path extrusionOk="0" h="903" w="753">
                    <a:moveTo>
                      <a:pt x="427" y="1"/>
                    </a:moveTo>
                    <a:lnTo>
                      <a:pt x="1" y="728"/>
                    </a:lnTo>
                    <a:lnTo>
                      <a:pt x="327" y="903"/>
                    </a:lnTo>
                    <a:lnTo>
                      <a:pt x="753" y="201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6" name="Google Shape;1206;p23"/>
              <p:cNvSpPr/>
              <p:nvPr/>
            </p:nvSpPr>
            <p:spPr>
              <a:xfrm>
                <a:off x="5673992" y="3123372"/>
                <a:ext cx="69770" cy="88940"/>
              </a:xfrm>
              <a:custGeom>
                <a:rect b="b" l="l" r="r" t="t"/>
                <a:pathLst>
                  <a:path extrusionOk="0" h="928" w="728">
                    <a:moveTo>
                      <a:pt x="426" y="0"/>
                    </a:moveTo>
                    <a:lnTo>
                      <a:pt x="0" y="727"/>
                    </a:lnTo>
                    <a:lnTo>
                      <a:pt x="301" y="928"/>
                    </a:lnTo>
                    <a:lnTo>
                      <a:pt x="727" y="201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7" name="Google Shape;1207;p23"/>
              <p:cNvSpPr/>
              <p:nvPr/>
            </p:nvSpPr>
            <p:spPr>
              <a:xfrm>
                <a:off x="5611505" y="3226687"/>
                <a:ext cx="72166" cy="88940"/>
              </a:xfrm>
              <a:custGeom>
                <a:rect b="b" l="l" r="r" t="t"/>
                <a:pathLst>
                  <a:path extrusionOk="0" h="928" w="753">
                    <a:moveTo>
                      <a:pt x="427" y="0"/>
                    </a:moveTo>
                    <a:lnTo>
                      <a:pt x="1" y="727"/>
                    </a:lnTo>
                    <a:lnTo>
                      <a:pt x="326" y="927"/>
                    </a:lnTo>
                    <a:lnTo>
                      <a:pt x="752" y="201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8" name="Google Shape;1208;p23"/>
              <p:cNvSpPr/>
              <p:nvPr/>
            </p:nvSpPr>
            <p:spPr>
              <a:xfrm>
                <a:off x="5551510" y="3329906"/>
                <a:ext cx="69674" cy="89035"/>
              </a:xfrm>
              <a:custGeom>
                <a:rect b="b" l="l" r="r" t="t"/>
                <a:pathLst>
                  <a:path extrusionOk="0" h="929" w="727">
                    <a:moveTo>
                      <a:pt x="426" y="1"/>
                    </a:moveTo>
                    <a:lnTo>
                      <a:pt x="0" y="728"/>
                    </a:lnTo>
                    <a:lnTo>
                      <a:pt x="301" y="928"/>
                    </a:lnTo>
                    <a:lnTo>
                      <a:pt x="727" y="201"/>
                    </a:lnTo>
                    <a:lnTo>
                      <a:pt x="4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9" name="Google Shape;1209;p23"/>
              <p:cNvSpPr/>
              <p:nvPr/>
            </p:nvSpPr>
            <p:spPr>
              <a:xfrm>
                <a:off x="5489023" y="3435617"/>
                <a:ext cx="72166" cy="86544"/>
              </a:xfrm>
              <a:custGeom>
                <a:rect b="b" l="l" r="r" t="t"/>
                <a:pathLst>
                  <a:path extrusionOk="0" h="903" w="753">
                    <a:moveTo>
                      <a:pt x="426" y="1"/>
                    </a:moveTo>
                    <a:lnTo>
                      <a:pt x="0" y="727"/>
                    </a:lnTo>
                    <a:lnTo>
                      <a:pt x="326" y="903"/>
                    </a:lnTo>
                    <a:lnTo>
                      <a:pt x="752" y="176"/>
                    </a:lnTo>
                    <a:lnTo>
                      <a:pt x="4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0" name="Google Shape;1210;p23"/>
              <p:cNvSpPr/>
              <p:nvPr/>
            </p:nvSpPr>
            <p:spPr>
              <a:xfrm>
                <a:off x="5428932" y="3538932"/>
                <a:ext cx="69770" cy="86544"/>
              </a:xfrm>
              <a:custGeom>
                <a:rect b="b" l="l" r="r" t="t"/>
                <a:pathLst>
                  <a:path extrusionOk="0" h="903" w="728">
                    <a:moveTo>
                      <a:pt x="427" y="0"/>
                    </a:moveTo>
                    <a:lnTo>
                      <a:pt x="1" y="727"/>
                    </a:lnTo>
                    <a:lnTo>
                      <a:pt x="302" y="903"/>
                    </a:lnTo>
                    <a:lnTo>
                      <a:pt x="728" y="176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1" name="Google Shape;1211;p23"/>
              <p:cNvSpPr/>
              <p:nvPr/>
            </p:nvSpPr>
            <p:spPr>
              <a:xfrm>
                <a:off x="5366541" y="3642246"/>
                <a:ext cx="72166" cy="86544"/>
              </a:xfrm>
              <a:custGeom>
                <a:rect b="b" l="l" r="r" t="t"/>
                <a:pathLst>
                  <a:path extrusionOk="0" h="903" w="753">
                    <a:moveTo>
                      <a:pt x="426" y="0"/>
                    </a:moveTo>
                    <a:lnTo>
                      <a:pt x="0" y="727"/>
                    </a:lnTo>
                    <a:lnTo>
                      <a:pt x="326" y="902"/>
                    </a:lnTo>
                    <a:lnTo>
                      <a:pt x="752" y="175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2" name="Google Shape;1212;p23"/>
              <p:cNvSpPr/>
              <p:nvPr/>
            </p:nvSpPr>
            <p:spPr>
              <a:xfrm>
                <a:off x="5306450" y="3745465"/>
                <a:ext cx="69770" cy="86544"/>
              </a:xfrm>
              <a:custGeom>
                <a:rect b="b" l="l" r="r" t="t"/>
                <a:pathLst>
                  <a:path extrusionOk="0" h="903" w="728">
                    <a:moveTo>
                      <a:pt x="427" y="1"/>
                    </a:moveTo>
                    <a:lnTo>
                      <a:pt x="1" y="728"/>
                    </a:lnTo>
                    <a:lnTo>
                      <a:pt x="301" y="903"/>
                    </a:lnTo>
                    <a:lnTo>
                      <a:pt x="727" y="176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3" name="Google Shape;1213;p23"/>
            <p:cNvSpPr/>
            <p:nvPr/>
          </p:nvSpPr>
          <p:spPr>
            <a:xfrm>
              <a:off x="5606713" y="2678965"/>
              <a:ext cx="756733" cy="319626"/>
            </a:xfrm>
            <a:custGeom>
              <a:rect b="b" l="l" r="r" t="t"/>
              <a:pathLst>
                <a:path extrusionOk="0" h="3335" w="7896">
                  <a:moveTo>
                    <a:pt x="0" y="1"/>
                  </a:moveTo>
                  <a:lnTo>
                    <a:pt x="0" y="427"/>
                  </a:lnTo>
                  <a:lnTo>
                    <a:pt x="5414" y="427"/>
                  </a:lnTo>
                  <a:lnTo>
                    <a:pt x="7544" y="3334"/>
                  </a:lnTo>
                  <a:lnTo>
                    <a:pt x="7895" y="3084"/>
                  </a:lnTo>
                  <a:lnTo>
                    <a:pt x="56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23"/>
            <p:cNvSpPr/>
            <p:nvPr/>
          </p:nvSpPr>
          <p:spPr>
            <a:xfrm>
              <a:off x="5537038" y="2630950"/>
              <a:ext cx="137048" cy="137051"/>
            </a:xfrm>
            <a:custGeom>
              <a:rect b="b" l="l" r="r" t="t"/>
              <a:pathLst>
                <a:path extrusionOk="0" h="1430" w="1430">
                  <a:moveTo>
                    <a:pt x="727" y="1"/>
                  </a:moveTo>
                  <a:cubicBezTo>
                    <a:pt x="326" y="1"/>
                    <a:pt x="1" y="326"/>
                    <a:pt x="1" y="727"/>
                  </a:cubicBezTo>
                  <a:cubicBezTo>
                    <a:pt x="1" y="1103"/>
                    <a:pt x="326" y="1429"/>
                    <a:pt x="727" y="1429"/>
                  </a:cubicBezTo>
                  <a:cubicBezTo>
                    <a:pt x="1103" y="1429"/>
                    <a:pt x="1429" y="1103"/>
                    <a:pt x="1429" y="727"/>
                  </a:cubicBezTo>
                  <a:cubicBezTo>
                    <a:pt x="1429" y="326"/>
                    <a:pt x="1103" y="1"/>
                    <a:pt x="7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23"/>
            <p:cNvSpPr/>
            <p:nvPr/>
          </p:nvSpPr>
          <p:spPr>
            <a:xfrm>
              <a:off x="6370070" y="2832117"/>
              <a:ext cx="132639" cy="48783"/>
            </a:xfrm>
            <a:custGeom>
              <a:rect b="b" l="l" r="r" t="t"/>
              <a:pathLst>
                <a:path extrusionOk="0" h="509" w="1384">
                  <a:moveTo>
                    <a:pt x="661" y="0"/>
                  </a:moveTo>
                  <a:cubicBezTo>
                    <a:pt x="341" y="0"/>
                    <a:pt x="31" y="207"/>
                    <a:pt x="31" y="207"/>
                  </a:cubicBezTo>
                  <a:cubicBezTo>
                    <a:pt x="31" y="207"/>
                    <a:pt x="1" y="281"/>
                    <a:pt x="113" y="281"/>
                  </a:cubicBezTo>
                  <a:cubicBezTo>
                    <a:pt x="146" y="281"/>
                    <a:pt x="192" y="275"/>
                    <a:pt x="256" y="257"/>
                  </a:cubicBezTo>
                  <a:cubicBezTo>
                    <a:pt x="315" y="232"/>
                    <a:pt x="354" y="221"/>
                    <a:pt x="387" y="221"/>
                  </a:cubicBezTo>
                  <a:cubicBezTo>
                    <a:pt x="454" y="221"/>
                    <a:pt x="498" y="266"/>
                    <a:pt x="632" y="333"/>
                  </a:cubicBezTo>
                  <a:cubicBezTo>
                    <a:pt x="858" y="408"/>
                    <a:pt x="933" y="408"/>
                    <a:pt x="1033" y="483"/>
                  </a:cubicBezTo>
                  <a:cubicBezTo>
                    <a:pt x="1108" y="508"/>
                    <a:pt x="1334" y="508"/>
                    <a:pt x="1334" y="508"/>
                  </a:cubicBezTo>
                  <a:lnTo>
                    <a:pt x="1384" y="157"/>
                  </a:lnTo>
                  <a:cubicBezTo>
                    <a:pt x="1058" y="107"/>
                    <a:pt x="1133" y="82"/>
                    <a:pt x="757" y="7"/>
                  </a:cubicBezTo>
                  <a:cubicBezTo>
                    <a:pt x="725" y="2"/>
                    <a:pt x="693" y="0"/>
                    <a:pt x="661" y="0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23"/>
            <p:cNvSpPr/>
            <p:nvPr/>
          </p:nvSpPr>
          <p:spPr>
            <a:xfrm>
              <a:off x="6401792" y="2859143"/>
              <a:ext cx="96125" cy="28944"/>
            </a:xfrm>
            <a:custGeom>
              <a:rect b="b" l="l" r="r" t="t"/>
              <a:pathLst>
                <a:path extrusionOk="0" h="302" w="1003">
                  <a:moveTo>
                    <a:pt x="602" y="1"/>
                  </a:moveTo>
                  <a:cubicBezTo>
                    <a:pt x="602" y="1"/>
                    <a:pt x="0" y="201"/>
                    <a:pt x="126" y="276"/>
                  </a:cubicBezTo>
                  <a:cubicBezTo>
                    <a:pt x="153" y="294"/>
                    <a:pt x="190" y="302"/>
                    <a:pt x="235" y="302"/>
                  </a:cubicBezTo>
                  <a:cubicBezTo>
                    <a:pt x="440" y="302"/>
                    <a:pt x="797" y="146"/>
                    <a:pt x="1003" y="126"/>
                  </a:cubicBezTo>
                  <a:lnTo>
                    <a:pt x="602" y="1"/>
                  </a:ln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23"/>
            <p:cNvSpPr/>
            <p:nvPr/>
          </p:nvSpPr>
          <p:spPr>
            <a:xfrm>
              <a:off x="6461788" y="2585139"/>
              <a:ext cx="439702" cy="341190"/>
            </a:xfrm>
            <a:custGeom>
              <a:rect b="b" l="l" r="r" t="t"/>
              <a:pathLst>
                <a:path extrusionOk="0" h="3560" w="4588">
                  <a:moveTo>
                    <a:pt x="3718" y="0"/>
                  </a:moveTo>
                  <a:cubicBezTo>
                    <a:pt x="3632" y="0"/>
                    <a:pt x="3538" y="9"/>
                    <a:pt x="3434" y="27"/>
                  </a:cubicBezTo>
                  <a:cubicBezTo>
                    <a:pt x="2783" y="178"/>
                    <a:pt x="3209" y="1381"/>
                    <a:pt x="2908" y="1832"/>
                  </a:cubicBezTo>
                  <a:cubicBezTo>
                    <a:pt x="2375" y="2570"/>
                    <a:pt x="919" y="2637"/>
                    <a:pt x="407" y="2637"/>
                  </a:cubicBezTo>
                  <a:cubicBezTo>
                    <a:pt x="294" y="2637"/>
                    <a:pt x="226" y="2634"/>
                    <a:pt x="226" y="2634"/>
                  </a:cubicBezTo>
                  <a:cubicBezTo>
                    <a:pt x="1" y="2834"/>
                    <a:pt x="126" y="3135"/>
                    <a:pt x="126" y="3135"/>
                  </a:cubicBezTo>
                  <a:cubicBezTo>
                    <a:pt x="126" y="3135"/>
                    <a:pt x="1364" y="3559"/>
                    <a:pt x="2432" y="3559"/>
                  </a:cubicBezTo>
                  <a:cubicBezTo>
                    <a:pt x="2922" y="3559"/>
                    <a:pt x="3376" y="3470"/>
                    <a:pt x="3660" y="3210"/>
                  </a:cubicBezTo>
                  <a:cubicBezTo>
                    <a:pt x="4587" y="2383"/>
                    <a:pt x="4587" y="1281"/>
                    <a:pt x="4462" y="654"/>
                  </a:cubicBezTo>
                  <a:cubicBezTo>
                    <a:pt x="4419" y="291"/>
                    <a:pt x="4213" y="0"/>
                    <a:pt x="37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23"/>
            <p:cNvSpPr/>
            <p:nvPr/>
          </p:nvSpPr>
          <p:spPr>
            <a:xfrm>
              <a:off x="7218436" y="3956887"/>
              <a:ext cx="62582" cy="77055"/>
            </a:xfrm>
            <a:custGeom>
              <a:rect b="b" l="l" r="r" t="t"/>
              <a:pathLst>
                <a:path extrusionOk="0" h="804" w="653">
                  <a:moveTo>
                    <a:pt x="452" y="0"/>
                  </a:moveTo>
                  <a:lnTo>
                    <a:pt x="1" y="276"/>
                  </a:lnTo>
                  <a:cubicBezTo>
                    <a:pt x="51" y="326"/>
                    <a:pt x="126" y="401"/>
                    <a:pt x="176" y="451"/>
                  </a:cubicBezTo>
                  <a:cubicBezTo>
                    <a:pt x="226" y="527"/>
                    <a:pt x="226" y="577"/>
                    <a:pt x="26" y="802"/>
                  </a:cubicBezTo>
                  <a:cubicBezTo>
                    <a:pt x="37" y="803"/>
                    <a:pt x="48" y="804"/>
                    <a:pt x="59" y="804"/>
                  </a:cubicBezTo>
                  <a:cubicBezTo>
                    <a:pt x="370" y="804"/>
                    <a:pt x="628" y="475"/>
                    <a:pt x="652" y="426"/>
                  </a:cubicBezTo>
                  <a:cubicBezTo>
                    <a:pt x="627" y="301"/>
                    <a:pt x="552" y="151"/>
                    <a:pt x="452" y="0"/>
                  </a:cubicBezTo>
                  <a:close/>
                </a:path>
              </a:pathLst>
            </a:custGeom>
            <a:solidFill>
              <a:srgbClr val="F9B2A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23"/>
            <p:cNvSpPr/>
            <p:nvPr/>
          </p:nvSpPr>
          <p:spPr>
            <a:xfrm>
              <a:off x="6778918" y="3125768"/>
              <a:ext cx="501518" cy="868885"/>
            </a:xfrm>
            <a:custGeom>
              <a:rect b="b" l="l" r="r" t="t"/>
              <a:pathLst>
                <a:path extrusionOk="0" h="9066" w="5233">
                  <a:moveTo>
                    <a:pt x="2582" y="1"/>
                  </a:moveTo>
                  <a:lnTo>
                    <a:pt x="802" y="752"/>
                  </a:lnTo>
                  <a:lnTo>
                    <a:pt x="0" y="1078"/>
                  </a:lnTo>
                  <a:cubicBezTo>
                    <a:pt x="0" y="1078"/>
                    <a:pt x="151" y="2106"/>
                    <a:pt x="401" y="2682"/>
                  </a:cubicBezTo>
                  <a:cubicBezTo>
                    <a:pt x="1228" y="4487"/>
                    <a:pt x="1354" y="4412"/>
                    <a:pt x="1604" y="4787"/>
                  </a:cubicBezTo>
                  <a:cubicBezTo>
                    <a:pt x="1604" y="4838"/>
                    <a:pt x="1629" y="4863"/>
                    <a:pt x="1654" y="4913"/>
                  </a:cubicBezTo>
                  <a:cubicBezTo>
                    <a:pt x="2130" y="5815"/>
                    <a:pt x="3409" y="8021"/>
                    <a:pt x="4612" y="9048"/>
                  </a:cubicBezTo>
                  <a:cubicBezTo>
                    <a:pt x="4627" y="9060"/>
                    <a:pt x="4647" y="9066"/>
                    <a:pt x="4672" y="9066"/>
                  </a:cubicBezTo>
                  <a:cubicBezTo>
                    <a:pt x="4850" y="9066"/>
                    <a:pt x="5232" y="8770"/>
                    <a:pt x="5188" y="8572"/>
                  </a:cubicBezTo>
                  <a:cubicBezTo>
                    <a:pt x="4787" y="7093"/>
                    <a:pt x="4461" y="6742"/>
                    <a:pt x="4010" y="5113"/>
                  </a:cubicBezTo>
                  <a:cubicBezTo>
                    <a:pt x="3885" y="4637"/>
                    <a:pt x="3760" y="3660"/>
                    <a:pt x="3634" y="3058"/>
                  </a:cubicBezTo>
                  <a:cubicBezTo>
                    <a:pt x="3484" y="2356"/>
                    <a:pt x="3233" y="627"/>
                    <a:pt x="25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23"/>
            <p:cNvSpPr/>
            <p:nvPr/>
          </p:nvSpPr>
          <p:spPr>
            <a:xfrm>
              <a:off x="6778918" y="3197840"/>
              <a:ext cx="194646" cy="386810"/>
            </a:xfrm>
            <a:custGeom>
              <a:rect b="b" l="l" r="r" t="t"/>
              <a:pathLst>
                <a:path extrusionOk="0" h="4036" w="2031">
                  <a:moveTo>
                    <a:pt x="802" y="0"/>
                  </a:moveTo>
                  <a:lnTo>
                    <a:pt x="0" y="326"/>
                  </a:lnTo>
                  <a:cubicBezTo>
                    <a:pt x="0" y="326"/>
                    <a:pt x="151" y="1354"/>
                    <a:pt x="401" y="1930"/>
                  </a:cubicBezTo>
                  <a:cubicBezTo>
                    <a:pt x="1228" y="3735"/>
                    <a:pt x="1354" y="3660"/>
                    <a:pt x="1604" y="4035"/>
                  </a:cubicBezTo>
                  <a:cubicBezTo>
                    <a:pt x="1654" y="3860"/>
                    <a:pt x="1729" y="3685"/>
                    <a:pt x="1805" y="3459"/>
                  </a:cubicBezTo>
                  <a:cubicBezTo>
                    <a:pt x="2030" y="2782"/>
                    <a:pt x="1930" y="878"/>
                    <a:pt x="1604" y="51"/>
                  </a:cubicBezTo>
                  <a:lnTo>
                    <a:pt x="8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23"/>
            <p:cNvSpPr/>
            <p:nvPr/>
          </p:nvSpPr>
          <p:spPr>
            <a:xfrm>
              <a:off x="6675604" y="3159408"/>
              <a:ext cx="317126" cy="886808"/>
            </a:xfrm>
            <a:custGeom>
              <a:rect b="b" l="l" r="r" t="t"/>
              <a:pathLst>
                <a:path extrusionOk="0" h="9253" w="3309">
                  <a:moveTo>
                    <a:pt x="301" y="0"/>
                  </a:moveTo>
                  <a:cubicBezTo>
                    <a:pt x="301" y="0"/>
                    <a:pt x="25" y="1003"/>
                    <a:pt x="25" y="1655"/>
                  </a:cubicBezTo>
                  <a:cubicBezTo>
                    <a:pt x="0" y="3785"/>
                    <a:pt x="0" y="3710"/>
                    <a:pt x="25" y="4311"/>
                  </a:cubicBezTo>
                  <a:cubicBezTo>
                    <a:pt x="76" y="5339"/>
                    <a:pt x="527" y="7745"/>
                    <a:pt x="1178" y="9173"/>
                  </a:cubicBezTo>
                  <a:lnTo>
                    <a:pt x="1229" y="9198"/>
                  </a:lnTo>
                  <a:lnTo>
                    <a:pt x="1304" y="9249"/>
                  </a:lnTo>
                  <a:cubicBezTo>
                    <a:pt x="1324" y="9251"/>
                    <a:pt x="1346" y="9252"/>
                    <a:pt x="1370" y="9252"/>
                  </a:cubicBezTo>
                  <a:cubicBezTo>
                    <a:pt x="1577" y="9252"/>
                    <a:pt x="1883" y="9155"/>
                    <a:pt x="1905" y="8998"/>
                  </a:cubicBezTo>
                  <a:cubicBezTo>
                    <a:pt x="2156" y="7469"/>
                    <a:pt x="2331" y="7093"/>
                    <a:pt x="2331" y="5389"/>
                  </a:cubicBezTo>
                  <a:cubicBezTo>
                    <a:pt x="2331" y="4537"/>
                    <a:pt x="2657" y="3935"/>
                    <a:pt x="2807" y="3334"/>
                  </a:cubicBezTo>
                  <a:cubicBezTo>
                    <a:pt x="2983" y="2632"/>
                    <a:pt x="3309" y="928"/>
                    <a:pt x="2983" y="101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23"/>
            <p:cNvSpPr/>
            <p:nvPr/>
          </p:nvSpPr>
          <p:spPr>
            <a:xfrm>
              <a:off x="6697168" y="3176180"/>
              <a:ext cx="103409" cy="869652"/>
            </a:xfrm>
            <a:custGeom>
              <a:rect b="b" l="l" r="r" t="t"/>
              <a:pathLst>
                <a:path extrusionOk="0" h="9074" w="1079">
                  <a:moveTo>
                    <a:pt x="552" y="1"/>
                  </a:moveTo>
                  <a:lnTo>
                    <a:pt x="527" y="26"/>
                  </a:lnTo>
                  <a:cubicBezTo>
                    <a:pt x="176" y="803"/>
                    <a:pt x="1" y="1755"/>
                    <a:pt x="1" y="2833"/>
                  </a:cubicBezTo>
                  <a:cubicBezTo>
                    <a:pt x="1" y="3810"/>
                    <a:pt x="151" y="4813"/>
                    <a:pt x="277" y="5690"/>
                  </a:cubicBezTo>
                  <a:cubicBezTo>
                    <a:pt x="427" y="6718"/>
                    <a:pt x="603" y="7921"/>
                    <a:pt x="1004" y="9023"/>
                  </a:cubicBezTo>
                  <a:lnTo>
                    <a:pt x="1079" y="9074"/>
                  </a:lnTo>
                  <a:cubicBezTo>
                    <a:pt x="653" y="7921"/>
                    <a:pt x="477" y="6718"/>
                    <a:pt x="327" y="5665"/>
                  </a:cubicBezTo>
                  <a:cubicBezTo>
                    <a:pt x="201" y="4788"/>
                    <a:pt x="76" y="3810"/>
                    <a:pt x="76" y="2833"/>
                  </a:cubicBezTo>
                  <a:cubicBezTo>
                    <a:pt x="51" y="1755"/>
                    <a:pt x="227" y="828"/>
                    <a:pt x="577" y="51"/>
                  </a:cubicBezTo>
                  <a:lnTo>
                    <a:pt x="5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23"/>
            <p:cNvSpPr/>
            <p:nvPr/>
          </p:nvSpPr>
          <p:spPr>
            <a:xfrm>
              <a:off x="6694772" y="3125768"/>
              <a:ext cx="398876" cy="163120"/>
            </a:xfrm>
            <a:custGeom>
              <a:rect b="b" l="l" r="r" t="t"/>
              <a:pathLst>
                <a:path extrusionOk="0" h="1702" w="4162">
                  <a:moveTo>
                    <a:pt x="3460" y="1"/>
                  </a:moveTo>
                  <a:lnTo>
                    <a:pt x="2432" y="427"/>
                  </a:lnTo>
                  <a:lnTo>
                    <a:pt x="101" y="351"/>
                  </a:lnTo>
                  <a:cubicBezTo>
                    <a:pt x="101" y="351"/>
                    <a:pt x="51" y="577"/>
                    <a:pt x="1" y="853"/>
                  </a:cubicBezTo>
                  <a:cubicBezTo>
                    <a:pt x="649" y="1387"/>
                    <a:pt x="1601" y="1702"/>
                    <a:pt x="2579" y="1702"/>
                  </a:cubicBezTo>
                  <a:cubicBezTo>
                    <a:pt x="3114" y="1702"/>
                    <a:pt x="3656" y="1608"/>
                    <a:pt x="4161" y="1404"/>
                  </a:cubicBezTo>
                  <a:cubicBezTo>
                    <a:pt x="3986" y="853"/>
                    <a:pt x="3760" y="301"/>
                    <a:pt x="34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23"/>
            <p:cNvSpPr/>
            <p:nvPr/>
          </p:nvSpPr>
          <p:spPr>
            <a:xfrm>
              <a:off x="6639569" y="2689987"/>
              <a:ext cx="459637" cy="555776"/>
            </a:xfrm>
            <a:custGeom>
              <a:rect b="b" l="l" r="r" t="t"/>
              <a:pathLst>
                <a:path extrusionOk="0" h="5799" w="4796">
                  <a:moveTo>
                    <a:pt x="1754" y="1"/>
                  </a:moveTo>
                  <a:cubicBezTo>
                    <a:pt x="1410" y="1"/>
                    <a:pt x="1025" y="153"/>
                    <a:pt x="677" y="588"/>
                  </a:cubicBezTo>
                  <a:cubicBezTo>
                    <a:pt x="276" y="1089"/>
                    <a:pt x="0" y="2116"/>
                    <a:pt x="577" y="5199"/>
                  </a:cubicBezTo>
                  <a:cubicBezTo>
                    <a:pt x="633" y="5577"/>
                    <a:pt x="1954" y="5798"/>
                    <a:pt x="3097" y="5798"/>
                  </a:cubicBezTo>
                  <a:cubicBezTo>
                    <a:pt x="4002" y="5798"/>
                    <a:pt x="4796" y="5660"/>
                    <a:pt x="4762" y="5350"/>
                  </a:cubicBezTo>
                  <a:cubicBezTo>
                    <a:pt x="4512" y="3219"/>
                    <a:pt x="3635" y="1966"/>
                    <a:pt x="2707" y="487"/>
                  </a:cubicBezTo>
                  <a:cubicBezTo>
                    <a:pt x="2580" y="260"/>
                    <a:pt x="2203" y="1"/>
                    <a:pt x="17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23"/>
            <p:cNvSpPr/>
            <p:nvPr/>
          </p:nvSpPr>
          <p:spPr>
            <a:xfrm>
              <a:off x="6350231" y="2988718"/>
              <a:ext cx="58078" cy="49262"/>
            </a:xfrm>
            <a:custGeom>
              <a:rect b="b" l="l" r="r" t="t"/>
              <a:pathLst>
                <a:path extrusionOk="0" h="514" w="606">
                  <a:moveTo>
                    <a:pt x="126" y="1"/>
                  </a:moveTo>
                  <a:cubicBezTo>
                    <a:pt x="0" y="1"/>
                    <a:pt x="238" y="428"/>
                    <a:pt x="238" y="428"/>
                  </a:cubicBezTo>
                  <a:lnTo>
                    <a:pt x="162" y="453"/>
                  </a:lnTo>
                  <a:cubicBezTo>
                    <a:pt x="162" y="453"/>
                    <a:pt x="402" y="513"/>
                    <a:pt x="516" y="513"/>
                  </a:cubicBezTo>
                  <a:cubicBezTo>
                    <a:pt x="582" y="513"/>
                    <a:pt x="606" y="493"/>
                    <a:pt x="513" y="428"/>
                  </a:cubicBezTo>
                  <a:cubicBezTo>
                    <a:pt x="263" y="253"/>
                    <a:pt x="288" y="52"/>
                    <a:pt x="137" y="2"/>
                  </a:cubicBezTo>
                  <a:cubicBezTo>
                    <a:pt x="133" y="1"/>
                    <a:pt x="129" y="1"/>
                    <a:pt x="126" y="1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23"/>
            <p:cNvSpPr/>
            <p:nvPr/>
          </p:nvSpPr>
          <p:spPr>
            <a:xfrm>
              <a:off x="6302599" y="2991593"/>
              <a:ext cx="89704" cy="69388"/>
            </a:xfrm>
            <a:custGeom>
              <a:rect b="b" l="l" r="r" t="t"/>
              <a:pathLst>
                <a:path extrusionOk="0" h="724" w="936">
                  <a:moveTo>
                    <a:pt x="79" y="0"/>
                  </a:moveTo>
                  <a:cubicBezTo>
                    <a:pt x="23" y="0"/>
                    <a:pt x="1" y="28"/>
                    <a:pt x="33" y="97"/>
                  </a:cubicBezTo>
                  <a:cubicBezTo>
                    <a:pt x="158" y="423"/>
                    <a:pt x="308" y="699"/>
                    <a:pt x="860" y="724"/>
                  </a:cubicBezTo>
                  <a:lnTo>
                    <a:pt x="935" y="373"/>
                  </a:lnTo>
                  <a:cubicBezTo>
                    <a:pt x="935" y="373"/>
                    <a:pt x="283" y="0"/>
                    <a:pt x="79" y="0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23"/>
            <p:cNvSpPr/>
            <p:nvPr/>
          </p:nvSpPr>
          <p:spPr>
            <a:xfrm>
              <a:off x="6370549" y="2770779"/>
              <a:ext cx="439607" cy="337836"/>
            </a:xfrm>
            <a:custGeom>
              <a:rect b="b" l="l" r="r" t="t"/>
              <a:pathLst>
                <a:path extrusionOk="0" h="3525" w="4587">
                  <a:moveTo>
                    <a:pt x="3737" y="1"/>
                  </a:moveTo>
                  <a:cubicBezTo>
                    <a:pt x="3660" y="1"/>
                    <a:pt x="3576" y="7"/>
                    <a:pt x="3484" y="20"/>
                  </a:cubicBezTo>
                  <a:cubicBezTo>
                    <a:pt x="2732" y="121"/>
                    <a:pt x="3234" y="1674"/>
                    <a:pt x="2933" y="2126"/>
                  </a:cubicBezTo>
                  <a:cubicBezTo>
                    <a:pt x="2612" y="2553"/>
                    <a:pt x="1988" y="2665"/>
                    <a:pt x="1420" y="2665"/>
                  </a:cubicBezTo>
                  <a:cubicBezTo>
                    <a:pt x="788" y="2665"/>
                    <a:pt x="226" y="2527"/>
                    <a:pt x="226" y="2527"/>
                  </a:cubicBezTo>
                  <a:cubicBezTo>
                    <a:pt x="0" y="2702"/>
                    <a:pt x="76" y="3053"/>
                    <a:pt x="76" y="3053"/>
                  </a:cubicBezTo>
                  <a:cubicBezTo>
                    <a:pt x="76" y="3053"/>
                    <a:pt x="1366" y="3524"/>
                    <a:pt x="2463" y="3524"/>
                  </a:cubicBezTo>
                  <a:cubicBezTo>
                    <a:pt x="2925" y="3524"/>
                    <a:pt x="3352" y="3441"/>
                    <a:pt x="3635" y="3203"/>
                  </a:cubicBezTo>
                  <a:cubicBezTo>
                    <a:pt x="4587" y="2376"/>
                    <a:pt x="4587" y="1298"/>
                    <a:pt x="4512" y="647"/>
                  </a:cubicBezTo>
                  <a:cubicBezTo>
                    <a:pt x="4446" y="277"/>
                    <a:pt x="4249" y="1"/>
                    <a:pt x="37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23"/>
            <p:cNvSpPr/>
            <p:nvPr/>
          </p:nvSpPr>
          <p:spPr>
            <a:xfrm>
              <a:off x="6560310" y="2441667"/>
              <a:ext cx="482925" cy="547726"/>
            </a:xfrm>
            <a:custGeom>
              <a:rect b="b" l="l" r="r" t="t"/>
              <a:pathLst>
                <a:path extrusionOk="0" h="5715" w="5039">
                  <a:moveTo>
                    <a:pt x="1852" y="1"/>
                  </a:moveTo>
                  <a:cubicBezTo>
                    <a:pt x="1664" y="1"/>
                    <a:pt x="1429" y="50"/>
                    <a:pt x="1128" y="171"/>
                  </a:cubicBezTo>
                  <a:cubicBezTo>
                    <a:pt x="727" y="321"/>
                    <a:pt x="301" y="798"/>
                    <a:pt x="502" y="1625"/>
                  </a:cubicBezTo>
                  <a:cubicBezTo>
                    <a:pt x="727" y="2452"/>
                    <a:pt x="702" y="2477"/>
                    <a:pt x="502" y="2828"/>
                  </a:cubicBezTo>
                  <a:cubicBezTo>
                    <a:pt x="0" y="3805"/>
                    <a:pt x="1830" y="3254"/>
                    <a:pt x="1554" y="4181"/>
                  </a:cubicBezTo>
                  <a:cubicBezTo>
                    <a:pt x="1216" y="5330"/>
                    <a:pt x="1683" y="5715"/>
                    <a:pt x="2343" y="5715"/>
                  </a:cubicBezTo>
                  <a:cubicBezTo>
                    <a:pt x="3152" y="5715"/>
                    <a:pt x="4250" y="5138"/>
                    <a:pt x="4512" y="4682"/>
                  </a:cubicBezTo>
                  <a:cubicBezTo>
                    <a:pt x="5038" y="3755"/>
                    <a:pt x="4938" y="2427"/>
                    <a:pt x="3985" y="2101"/>
                  </a:cubicBezTo>
                  <a:cubicBezTo>
                    <a:pt x="3660" y="2001"/>
                    <a:pt x="3910" y="898"/>
                    <a:pt x="3208" y="873"/>
                  </a:cubicBezTo>
                  <a:cubicBezTo>
                    <a:pt x="2622" y="853"/>
                    <a:pt x="2639" y="1"/>
                    <a:pt x="18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9" name="Google Shape;1229;p23"/>
          <p:cNvGrpSpPr/>
          <p:nvPr/>
        </p:nvGrpSpPr>
        <p:grpSpPr>
          <a:xfrm>
            <a:off x="387541" y="2256579"/>
            <a:ext cx="1371413" cy="630349"/>
            <a:chOff x="2528775" y="2725725"/>
            <a:chExt cx="4086449" cy="1878275"/>
          </a:xfrm>
        </p:grpSpPr>
        <p:sp>
          <p:nvSpPr>
            <p:cNvPr id="1230" name="Google Shape;1230;p23"/>
            <p:cNvSpPr/>
            <p:nvPr/>
          </p:nvSpPr>
          <p:spPr>
            <a:xfrm>
              <a:off x="3044068" y="3010514"/>
              <a:ext cx="2425211" cy="1195697"/>
            </a:xfrm>
            <a:custGeom>
              <a:rect b="b" l="l" r="r" t="t"/>
              <a:pathLst>
                <a:path extrusionOk="0" h="13259" w="26893">
                  <a:moveTo>
                    <a:pt x="0" y="0"/>
                  </a:moveTo>
                  <a:lnTo>
                    <a:pt x="777" y="13258"/>
                  </a:lnTo>
                  <a:lnTo>
                    <a:pt x="26116" y="13258"/>
                  </a:lnTo>
                  <a:lnTo>
                    <a:pt x="268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23"/>
            <p:cNvSpPr/>
            <p:nvPr/>
          </p:nvSpPr>
          <p:spPr>
            <a:xfrm>
              <a:off x="3032795" y="2899773"/>
              <a:ext cx="1152771" cy="549286"/>
            </a:xfrm>
            <a:custGeom>
              <a:rect b="b" l="l" r="r" t="t"/>
              <a:pathLst>
                <a:path extrusionOk="0" h="6091" w="12783">
                  <a:moveTo>
                    <a:pt x="0" y="0"/>
                  </a:moveTo>
                  <a:lnTo>
                    <a:pt x="351" y="6090"/>
                  </a:lnTo>
                  <a:lnTo>
                    <a:pt x="8972" y="6015"/>
                  </a:lnTo>
                  <a:cubicBezTo>
                    <a:pt x="11078" y="6015"/>
                    <a:pt x="12782" y="4662"/>
                    <a:pt x="12782" y="3008"/>
                  </a:cubicBezTo>
                  <a:cubicBezTo>
                    <a:pt x="12782" y="1353"/>
                    <a:pt x="11078" y="0"/>
                    <a:pt x="89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23"/>
            <p:cNvSpPr/>
            <p:nvPr/>
          </p:nvSpPr>
          <p:spPr>
            <a:xfrm>
              <a:off x="3098266" y="3139292"/>
              <a:ext cx="2316814" cy="944816"/>
            </a:xfrm>
            <a:custGeom>
              <a:rect b="b" l="l" r="r" t="t"/>
              <a:pathLst>
                <a:path extrusionOk="0" h="10477" w="25691">
                  <a:moveTo>
                    <a:pt x="1" y="1"/>
                  </a:moveTo>
                  <a:lnTo>
                    <a:pt x="1" y="10477"/>
                  </a:lnTo>
                  <a:lnTo>
                    <a:pt x="25690" y="10477"/>
                  </a:lnTo>
                  <a:lnTo>
                    <a:pt x="256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23"/>
            <p:cNvSpPr/>
            <p:nvPr/>
          </p:nvSpPr>
          <p:spPr>
            <a:xfrm>
              <a:off x="3263297" y="3175454"/>
              <a:ext cx="2242145" cy="960688"/>
            </a:xfrm>
            <a:custGeom>
              <a:rect b="b" l="l" r="r" t="t"/>
              <a:pathLst>
                <a:path extrusionOk="0" h="10653" w="24863">
                  <a:moveTo>
                    <a:pt x="24863" y="1"/>
                  </a:moveTo>
                  <a:lnTo>
                    <a:pt x="0" y="176"/>
                  </a:lnTo>
                  <a:lnTo>
                    <a:pt x="0" y="10652"/>
                  </a:lnTo>
                  <a:lnTo>
                    <a:pt x="24186" y="10652"/>
                  </a:lnTo>
                  <a:lnTo>
                    <a:pt x="24863" y="1"/>
                  </a:lnTo>
                  <a:close/>
                </a:path>
              </a:pathLst>
            </a:custGeom>
            <a:solidFill>
              <a:srgbClr val="D0C6E8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23"/>
            <p:cNvSpPr/>
            <p:nvPr/>
          </p:nvSpPr>
          <p:spPr>
            <a:xfrm>
              <a:off x="3145792" y="3082839"/>
              <a:ext cx="2271544" cy="944816"/>
            </a:xfrm>
            <a:custGeom>
              <a:rect b="b" l="l" r="r" t="t"/>
              <a:pathLst>
                <a:path extrusionOk="0" h="10477" w="25189">
                  <a:moveTo>
                    <a:pt x="0" y="0"/>
                  </a:moveTo>
                  <a:lnTo>
                    <a:pt x="0" y="10476"/>
                  </a:lnTo>
                  <a:lnTo>
                    <a:pt x="25188" y="10476"/>
                  </a:lnTo>
                  <a:lnTo>
                    <a:pt x="251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23"/>
            <p:cNvSpPr/>
            <p:nvPr/>
          </p:nvSpPr>
          <p:spPr>
            <a:xfrm>
              <a:off x="3059849" y="2795795"/>
              <a:ext cx="2443337" cy="1518902"/>
            </a:xfrm>
            <a:custGeom>
              <a:rect b="b" l="l" r="r" t="t"/>
              <a:pathLst>
                <a:path extrusionOk="0" h="16843" w="27094">
                  <a:moveTo>
                    <a:pt x="2808" y="0"/>
                  </a:moveTo>
                  <a:lnTo>
                    <a:pt x="1" y="10100"/>
                  </a:lnTo>
                  <a:lnTo>
                    <a:pt x="24287" y="16842"/>
                  </a:lnTo>
                  <a:lnTo>
                    <a:pt x="27094" y="6742"/>
                  </a:lnTo>
                  <a:lnTo>
                    <a:pt x="28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23"/>
            <p:cNvSpPr/>
            <p:nvPr/>
          </p:nvSpPr>
          <p:spPr>
            <a:xfrm>
              <a:off x="3233898" y="3191326"/>
              <a:ext cx="2167566" cy="944816"/>
            </a:xfrm>
            <a:custGeom>
              <a:rect b="b" l="l" r="r" t="t"/>
              <a:pathLst>
                <a:path extrusionOk="0" h="10477" w="24036">
                  <a:moveTo>
                    <a:pt x="1" y="0"/>
                  </a:moveTo>
                  <a:lnTo>
                    <a:pt x="1" y="10476"/>
                  </a:lnTo>
                  <a:lnTo>
                    <a:pt x="24036" y="10476"/>
                  </a:lnTo>
                  <a:lnTo>
                    <a:pt x="240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23"/>
            <p:cNvSpPr/>
            <p:nvPr/>
          </p:nvSpPr>
          <p:spPr>
            <a:xfrm>
              <a:off x="2964979" y="3114402"/>
              <a:ext cx="2540461" cy="1417269"/>
            </a:xfrm>
            <a:custGeom>
              <a:rect b="b" l="l" r="r" t="t"/>
              <a:pathLst>
                <a:path extrusionOk="0" h="15716" w="28171">
                  <a:moveTo>
                    <a:pt x="18822" y="1"/>
                  </a:moveTo>
                  <a:cubicBezTo>
                    <a:pt x="16867" y="1"/>
                    <a:pt x="15263" y="1054"/>
                    <a:pt x="14912" y="2432"/>
                  </a:cubicBezTo>
                  <a:lnTo>
                    <a:pt x="0" y="2432"/>
                  </a:lnTo>
                  <a:lnTo>
                    <a:pt x="802" y="15715"/>
                  </a:lnTo>
                  <a:lnTo>
                    <a:pt x="27243" y="15715"/>
                  </a:lnTo>
                  <a:lnTo>
                    <a:pt x="27820" y="6091"/>
                  </a:lnTo>
                  <a:lnTo>
                    <a:pt x="28045" y="2432"/>
                  </a:lnTo>
                  <a:lnTo>
                    <a:pt x="281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23"/>
            <p:cNvSpPr/>
            <p:nvPr/>
          </p:nvSpPr>
          <p:spPr>
            <a:xfrm>
              <a:off x="6583481" y="3433099"/>
              <a:ext cx="31743" cy="45361"/>
            </a:xfrm>
            <a:custGeom>
              <a:rect b="b" l="l" r="r" t="t"/>
              <a:pathLst>
                <a:path extrusionOk="0" h="503" w="352">
                  <a:moveTo>
                    <a:pt x="1" y="1"/>
                  </a:moveTo>
                  <a:lnTo>
                    <a:pt x="1" y="502"/>
                  </a:lnTo>
                  <a:lnTo>
                    <a:pt x="352" y="50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23"/>
            <p:cNvSpPr/>
            <p:nvPr/>
          </p:nvSpPr>
          <p:spPr>
            <a:xfrm>
              <a:off x="6583481" y="3500915"/>
              <a:ext cx="31743" cy="45270"/>
            </a:xfrm>
            <a:custGeom>
              <a:rect b="b" l="l" r="r" t="t"/>
              <a:pathLst>
                <a:path extrusionOk="0" h="502" w="352">
                  <a:moveTo>
                    <a:pt x="1" y="1"/>
                  </a:moveTo>
                  <a:lnTo>
                    <a:pt x="1" y="502"/>
                  </a:lnTo>
                  <a:lnTo>
                    <a:pt x="352" y="50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23"/>
            <p:cNvSpPr/>
            <p:nvPr/>
          </p:nvSpPr>
          <p:spPr>
            <a:xfrm>
              <a:off x="6583481" y="3568730"/>
              <a:ext cx="31743" cy="45270"/>
            </a:xfrm>
            <a:custGeom>
              <a:rect b="b" l="l" r="r" t="t"/>
              <a:pathLst>
                <a:path extrusionOk="0" h="502" w="352">
                  <a:moveTo>
                    <a:pt x="1" y="1"/>
                  </a:moveTo>
                  <a:lnTo>
                    <a:pt x="1" y="502"/>
                  </a:lnTo>
                  <a:lnTo>
                    <a:pt x="352" y="50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23"/>
            <p:cNvSpPr/>
            <p:nvPr/>
          </p:nvSpPr>
          <p:spPr>
            <a:xfrm>
              <a:off x="6583481" y="3634291"/>
              <a:ext cx="31743" cy="45270"/>
            </a:xfrm>
            <a:custGeom>
              <a:rect b="b" l="l" r="r" t="t"/>
              <a:pathLst>
                <a:path extrusionOk="0" h="502" w="352">
                  <a:moveTo>
                    <a:pt x="1" y="0"/>
                  </a:moveTo>
                  <a:lnTo>
                    <a:pt x="1" y="502"/>
                  </a:lnTo>
                  <a:lnTo>
                    <a:pt x="352" y="502"/>
                  </a:lnTo>
                  <a:lnTo>
                    <a:pt x="3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23"/>
            <p:cNvSpPr/>
            <p:nvPr/>
          </p:nvSpPr>
          <p:spPr>
            <a:xfrm>
              <a:off x="6583481" y="3702107"/>
              <a:ext cx="31743" cy="45270"/>
            </a:xfrm>
            <a:custGeom>
              <a:rect b="b" l="l" r="r" t="t"/>
              <a:pathLst>
                <a:path extrusionOk="0" h="502" w="352">
                  <a:moveTo>
                    <a:pt x="1" y="0"/>
                  </a:moveTo>
                  <a:lnTo>
                    <a:pt x="1" y="502"/>
                  </a:lnTo>
                  <a:lnTo>
                    <a:pt x="352" y="502"/>
                  </a:lnTo>
                  <a:lnTo>
                    <a:pt x="3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23"/>
            <p:cNvSpPr/>
            <p:nvPr/>
          </p:nvSpPr>
          <p:spPr>
            <a:xfrm>
              <a:off x="6583481" y="3769923"/>
              <a:ext cx="31743" cy="45270"/>
            </a:xfrm>
            <a:custGeom>
              <a:rect b="b" l="l" r="r" t="t"/>
              <a:pathLst>
                <a:path extrusionOk="0" h="502" w="352">
                  <a:moveTo>
                    <a:pt x="1" y="0"/>
                  </a:moveTo>
                  <a:lnTo>
                    <a:pt x="1" y="501"/>
                  </a:lnTo>
                  <a:lnTo>
                    <a:pt x="352" y="501"/>
                  </a:lnTo>
                  <a:lnTo>
                    <a:pt x="3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23"/>
            <p:cNvSpPr/>
            <p:nvPr/>
          </p:nvSpPr>
          <p:spPr>
            <a:xfrm>
              <a:off x="6583481" y="3837738"/>
              <a:ext cx="31743" cy="45270"/>
            </a:xfrm>
            <a:custGeom>
              <a:rect b="b" l="l" r="r" t="t"/>
              <a:pathLst>
                <a:path extrusionOk="0" h="502" w="352">
                  <a:moveTo>
                    <a:pt x="1" y="0"/>
                  </a:moveTo>
                  <a:lnTo>
                    <a:pt x="1" y="501"/>
                  </a:lnTo>
                  <a:lnTo>
                    <a:pt x="352" y="501"/>
                  </a:lnTo>
                  <a:lnTo>
                    <a:pt x="3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23"/>
            <p:cNvSpPr/>
            <p:nvPr/>
          </p:nvSpPr>
          <p:spPr>
            <a:xfrm>
              <a:off x="2528775" y="3548440"/>
              <a:ext cx="754897" cy="120210"/>
            </a:xfrm>
            <a:custGeom>
              <a:rect b="b" l="l" r="r" t="t"/>
              <a:pathLst>
                <a:path extrusionOk="0" h="1333" w="8371">
                  <a:moveTo>
                    <a:pt x="175" y="0"/>
                  </a:moveTo>
                  <a:lnTo>
                    <a:pt x="0" y="150"/>
                  </a:lnTo>
                  <a:lnTo>
                    <a:pt x="702" y="927"/>
                  </a:lnTo>
                  <a:cubicBezTo>
                    <a:pt x="851" y="1104"/>
                    <a:pt x="1074" y="1192"/>
                    <a:pt x="1299" y="1192"/>
                  </a:cubicBezTo>
                  <a:cubicBezTo>
                    <a:pt x="1489" y="1192"/>
                    <a:pt x="1680" y="1129"/>
                    <a:pt x="1830" y="1003"/>
                  </a:cubicBezTo>
                  <a:lnTo>
                    <a:pt x="2456" y="451"/>
                  </a:lnTo>
                  <a:cubicBezTo>
                    <a:pt x="2539" y="368"/>
                    <a:pt x="2657" y="319"/>
                    <a:pt x="2780" y="319"/>
                  </a:cubicBezTo>
                  <a:cubicBezTo>
                    <a:pt x="2806" y="319"/>
                    <a:pt x="2831" y="322"/>
                    <a:pt x="2857" y="326"/>
                  </a:cubicBezTo>
                  <a:cubicBezTo>
                    <a:pt x="3008" y="326"/>
                    <a:pt x="3158" y="401"/>
                    <a:pt x="3233" y="501"/>
                  </a:cubicBezTo>
                  <a:lnTo>
                    <a:pt x="3684" y="1028"/>
                  </a:lnTo>
                  <a:cubicBezTo>
                    <a:pt x="3835" y="1203"/>
                    <a:pt x="4035" y="1278"/>
                    <a:pt x="4261" y="1303"/>
                  </a:cubicBezTo>
                  <a:cubicBezTo>
                    <a:pt x="4461" y="1303"/>
                    <a:pt x="4687" y="1253"/>
                    <a:pt x="4837" y="1103"/>
                  </a:cubicBezTo>
                  <a:lnTo>
                    <a:pt x="5389" y="602"/>
                  </a:lnTo>
                  <a:cubicBezTo>
                    <a:pt x="5514" y="501"/>
                    <a:pt x="5664" y="451"/>
                    <a:pt x="5815" y="451"/>
                  </a:cubicBezTo>
                  <a:cubicBezTo>
                    <a:pt x="5965" y="476"/>
                    <a:pt x="6115" y="551"/>
                    <a:pt x="6216" y="677"/>
                  </a:cubicBezTo>
                  <a:lnTo>
                    <a:pt x="6491" y="1028"/>
                  </a:lnTo>
                  <a:cubicBezTo>
                    <a:pt x="6642" y="1203"/>
                    <a:pt x="6842" y="1328"/>
                    <a:pt x="7093" y="1328"/>
                  </a:cubicBezTo>
                  <a:cubicBezTo>
                    <a:pt x="7116" y="1331"/>
                    <a:pt x="7139" y="1332"/>
                    <a:pt x="7162" y="1332"/>
                  </a:cubicBezTo>
                  <a:cubicBezTo>
                    <a:pt x="7364" y="1332"/>
                    <a:pt x="7559" y="1235"/>
                    <a:pt x="7694" y="1078"/>
                  </a:cubicBezTo>
                  <a:lnTo>
                    <a:pt x="8371" y="376"/>
                  </a:lnTo>
                  <a:lnTo>
                    <a:pt x="8196" y="201"/>
                  </a:lnTo>
                  <a:lnTo>
                    <a:pt x="7519" y="902"/>
                  </a:lnTo>
                  <a:cubicBezTo>
                    <a:pt x="7419" y="1028"/>
                    <a:pt x="7268" y="1103"/>
                    <a:pt x="7093" y="1103"/>
                  </a:cubicBezTo>
                  <a:cubicBezTo>
                    <a:pt x="6917" y="1078"/>
                    <a:pt x="6767" y="1003"/>
                    <a:pt x="6667" y="877"/>
                  </a:cubicBezTo>
                  <a:lnTo>
                    <a:pt x="6391" y="526"/>
                  </a:lnTo>
                  <a:cubicBezTo>
                    <a:pt x="6266" y="351"/>
                    <a:pt x="6065" y="251"/>
                    <a:pt x="5840" y="226"/>
                  </a:cubicBezTo>
                  <a:cubicBezTo>
                    <a:pt x="5811" y="222"/>
                    <a:pt x="5782" y="221"/>
                    <a:pt x="5754" y="221"/>
                  </a:cubicBezTo>
                  <a:cubicBezTo>
                    <a:pt x="5558" y="221"/>
                    <a:pt x="5366" y="295"/>
                    <a:pt x="5213" y="426"/>
                  </a:cubicBezTo>
                  <a:lnTo>
                    <a:pt x="4687" y="927"/>
                  </a:lnTo>
                  <a:cubicBezTo>
                    <a:pt x="4583" y="1010"/>
                    <a:pt x="4462" y="1059"/>
                    <a:pt x="4338" y="1059"/>
                  </a:cubicBezTo>
                  <a:cubicBezTo>
                    <a:pt x="4312" y="1059"/>
                    <a:pt x="4286" y="1057"/>
                    <a:pt x="4261" y="1053"/>
                  </a:cubicBezTo>
                  <a:cubicBezTo>
                    <a:pt x="4110" y="1053"/>
                    <a:pt x="3985" y="977"/>
                    <a:pt x="3885" y="877"/>
                  </a:cubicBezTo>
                  <a:lnTo>
                    <a:pt x="3434" y="351"/>
                  </a:lnTo>
                  <a:cubicBezTo>
                    <a:pt x="3283" y="175"/>
                    <a:pt x="3083" y="100"/>
                    <a:pt x="2882" y="75"/>
                  </a:cubicBezTo>
                  <a:cubicBezTo>
                    <a:pt x="2854" y="72"/>
                    <a:pt x="2825" y="70"/>
                    <a:pt x="2797" y="70"/>
                  </a:cubicBezTo>
                  <a:cubicBezTo>
                    <a:pt x="2606" y="70"/>
                    <a:pt x="2434" y="144"/>
                    <a:pt x="2281" y="276"/>
                  </a:cubicBezTo>
                  <a:lnTo>
                    <a:pt x="1654" y="827"/>
                  </a:lnTo>
                  <a:cubicBezTo>
                    <a:pt x="1551" y="919"/>
                    <a:pt x="1422" y="963"/>
                    <a:pt x="1294" y="963"/>
                  </a:cubicBezTo>
                  <a:cubicBezTo>
                    <a:pt x="1140" y="963"/>
                    <a:pt x="986" y="900"/>
                    <a:pt x="877" y="777"/>
                  </a:cubicBezTo>
                  <a:lnTo>
                    <a:pt x="1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23"/>
            <p:cNvSpPr/>
            <p:nvPr/>
          </p:nvSpPr>
          <p:spPr>
            <a:xfrm>
              <a:off x="4235175" y="3453480"/>
              <a:ext cx="594467" cy="1078192"/>
            </a:xfrm>
            <a:custGeom>
              <a:rect b="b" l="l" r="r" t="t"/>
              <a:pathLst>
                <a:path extrusionOk="0" h="11956" w="6592">
                  <a:moveTo>
                    <a:pt x="3284" y="0"/>
                  </a:moveTo>
                  <a:lnTo>
                    <a:pt x="0" y="11955"/>
                  </a:lnTo>
                  <a:lnTo>
                    <a:pt x="6592" y="11955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23"/>
            <p:cNvSpPr/>
            <p:nvPr/>
          </p:nvSpPr>
          <p:spPr>
            <a:xfrm>
              <a:off x="3640704" y="4262577"/>
              <a:ext cx="594557" cy="269097"/>
            </a:xfrm>
            <a:custGeom>
              <a:rect b="b" l="l" r="r" t="t"/>
              <a:pathLst>
                <a:path extrusionOk="0" h="2984" w="6593">
                  <a:moveTo>
                    <a:pt x="3284" y="1"/>
                  </a:moveTo>
                  <a:lnTo>
                    <a:pt x="1" y="2983"/>
                  </a:lnTo>
                  <a:lnTo>
                    <a:pt x="6592" y="2983"/>
                  </a:lnTo>
                  <a:lnTo>
                    <a:pt x="32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23"/>
            <p:cNvSpPr/>
            <p:nvPr/>
          </p:nvSpPr>
          <p:spPr>
            <a:xfrm>
              <a:off x="4820538" y="3830884"/>
              <a:ext cx="594557" cy="700789"/>
            </a:xfrm>
            <a:custGeom>
              <a:rect b="b" l="l" r="r" t="t"/>
              <a:pathLst>
                <a:path extrusionOk="0" h="7771" w="6593">
                  <a:moveTo>
                    <a:pt x="3309" y="1"/>
                  </a:moveTo>
                  <a:lnTo>
                    <a:pt x="1" y="7770"/>
                  </a:lnTo>
                  <a:lnTo>
                    <a:pt x="6592" y="7770"/>
                  </a:lnTo>
                  <a:lnTo>
                    <a:pt x="33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23"/>
            <p:cNvSpPr/>
            <p:nvPr/>
          </p:nvSpPr>
          <p:spPr>
            <a:xfrm>
              <a:off x="6004882" y="3991405"/>
              <a:ext cx="594557" cy="540268"/>
            </a:xfrm>
            <a:custGeom>
              <a:rect b="b" l="l" r="r" t="t"/>
              <a:pathLst>
                <a:path extrusionOk="0" h="5991" w="6593">
                  <a:moveTo>
                    <a:pt x="3309" y="0"/>
                  </a:moveTo>
                  <a:lnTo>
                    <a:pt x="1" y="5990"/>
                  </a:lnTo>
                  <a:lnTo>
                    <a:pt x="6592" y="5990"/>
                  </a:lnTo>
                  <a:lnTo>
                    <a:pt x="33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23"/>
            <p:cNvSpPr/>
            <p:nvPr/>
          </p:nvSpPr>
          <p:spPr>
            <a:xfrm>
              <a:off x="5410501" y="3659181"/>
              <a:ext cx="594467" cy="872492"/>
            </a:xfrm>
            <a:custGeom>
              <a:rect b="b" l="l" r="r" t="t"/>
              <a:pathLst>
                <a:path extrusionOk="0" h="9675" w="6592">
                  <a:moveTo>
                    <a:pt x="3308" y="0"/>
                  </a:moveTo>
                  <a:lnTo>
                    <a:pt x="0" y="9674"/>
                  </a:lnTo>
                  <a:lnTo>
                    <a:pt x="6592" y="9674"/>
                  </a:lnTo>
                  <a:lnTo>
                    <a:pt x="33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23"/>
            <p:cNvSpPr/>
            <p:nvPr/>
          </p:nvSpPr>
          <p:spPr>
            <a:xfrm>
              <a:off x="3618158" y="3207107"/>
              <a:ext cx="2445591" cy="845438"/>
            </a:xfrm>
            <a:custGeom>
              <a:rect b="b" l="l" r="r" t="t"/>
              <a:pathLst>
                <a:path extrusionOk="0" h="9375" w="27119">
                  <a:moveTo>
                    <a:pt x="9950" y="1"/>
                  </a:moveTo>
                  <a:lnTo>
                    <a:pt x="6191" y="8798"/>
                  </a:lnTo>
                  <a:lnTo>
                    <a:pt x="2782" y="6943"/>
                  </a:lnTo>
                  <a:lnTo>
                    <a:pt x="0" y="8898"/>
                  </a:lnTo>
                  <a:lnTo>
                    <a:pt x="226" y="9249"/>
                  </a:lnTo>
                  <a:lnTo>
                    <a:pt x="2807" y="7419"/>
                  </a:lnTo>
                  <a:lnTo>
                    <a:pt x="6391" y="9374"/>
                  </a:lnTo>
                  <a:lnTo>
                    <a:pt x="9975" y="978"/>
                  </a:lnTo>
                  <a:lnTo>
                    <a:pt x="12983" y="6868"/>
                  </a:lnTo>
                  <a:lnTo>
                    <a:pt x="16943" y="2056"/>
                  </a:lnTo>
                  <a:lnTo>
                    <a:pt x="20702" y="6341"/>
                  </a:lnTo>
                  <a:lnTo>
                    <a:pt x="23158" y="3459"/>
                  </a:lnTo>
                  <a:lnTo>
                    <a:pt x="26792" y="8597"/>
                  </a:lnTo>
                  <a:lnTo>
                    <a:pt x="27118" y="8372"/>
                  </a:lnTo>
                  <a:lnTo>
                    <a:pt x="23183" y="2783"/>
                  </a:lnTo>
                  <a:lnTo>
                    <a:pt x="20702" y="5715"/>
                  </a:lnTo>
                  <a:lnTo>
                    <a:pt x="16918" y="1429"/>
                  </a:lnTo>
                  <a:lnTo>
                    <a:pt x="13058" y="6116"/>
                  </a:lnTo>
                  <a:lnTo>
                    <a:pt x="99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23"/>
            <p:cNvSpPr/>
            <p:nvPr/>
          </p:nvSpPr>
          <p:spPr>
            <a:xfrm>
              <a:off x="5998118" y="3898700"/>
              <a:ext cx="101813" cy="101813"/>
            </a:xfrm>
            <a:custGeom>
              <a:rect b="b" l="l" r="r" t="t"/>
              <a:pathLst>
                <a:path extrusionOk="0" h="1129" w="1129">
                  <a:moveTo>
                    <a:pt x="552" y="1"/>
                  </a:moveTo>
                  <a:cubicBezTo>
                    <a:pt x="251" y="1"/>
                    <a:pt x="0" y="251"/>
                    <a:pt x="0" y="577"/>
                  </a:cubicBezTo>
                  <a:cubicBezTo>
                    <a:pt x="0" y="878"/>
                    <a:pt x="251" y="1129"/>
                    <a:pt x="552" y="1129"/>
                  </a:cubicBezTo>
                  <a:cubicBezTo>
                    <a:pt x="878" y="1129"/>
                    <a:pt x="1128" y="878"/>
                    <a:pt x="1128" y="577"/>
                  </a:cubicBezTo>
                  <a:cubicBezTo>
                    <a:pt x="1128" y="251"/>
                    <a:pt x="878" y="1"/>
                    <a:pt x="5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23"/>
            <p:cNvSpPr/>
            <p:nvPr/>
          </p:nvSpPr>
          <p:spPr>
            <a:xfrm>
              <a:off x="5433046" y="3699852"/>
              <a:ext cx="101813" cy="101813"/>
            </a:xfrm>
            <a:custGeom>
              <a:rect b="b" l="l" r="r" t="t"/>
              <a:pathLst>
                <a:path extrusionOk="0" h="1129" w="1129">
                  <a:moveTo>
                    <a:pt x="577" y="0"/>
                  </a:moveTo>
                  <a:cubicBezTo>
                    <a:pt x="251" y="0"/>
                    <a:pt x="1" y="251"/>
                    <a:pt x="1" y="552"/>
                  </a:cubicBezTo>
                  <a:cubicBezTo>
                    <a:pt x="1" y="877"/>
                    <a:pt x="251" y="1128"/>
                    <a:pt x="577" y="1128"/>
                  </a:cubicBezTo>
                  <a:cubicBezTo>
                    <a:pt x="878" y="1128"/>
                    <a:pt x="1129" y="877"/>
                    <a:pt x="1129" y="552"/>
                  </a:cubicBezTo>
                  <a:cubicBezTo>
                    <a:pt x="1129" y="251"/>
                    <a:pt x="878" y="0"/>
                    <a:pt x="5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23"/>
            <p:cNvSpPr/>
            <p:nvPr/>
          </p:nvSpPr>
          <p:spPr>
            <a:xfrm>
              <a:off x="5656784" y="3448971"/>
              <a:ext cx="101813" cy="101813"/>
            </a:xfrm>
            <a:custGeom>
              <a:rect b="b" l="l" r="r" t="t"/>
              <a:pathLst>
                <a:path extrusionOk="0" h="1129" w="1129">
                  <a:moveTo>
                    <a:pt x="577" y="0"/>
                  </a:moveTo>
                  <a:cubicBezTo>
                    <a:pt x="252" y="0"/>
                    <a:pt x="1" y="251"/>
                    <a:pt x="1" y="577"/>
                  </a:cubicBezTo>
                  <a:cubicBezTo>
                    <a:pt x="1" y="877"/>
                    <a:pt x="252" y="1128"/>
                    <a:pt x="577" y="1128"/>
                  </a:cubicBezTo>
                  <a:cubicBezTo>
                    <a:pt x="878" y="1128"/>
                    <a:pt x="1129" y="877"/>
                    <a:pt x="1129" y="577"/>
                  </a:cubicBezTo>
                  <a:cubicBezTo>
                    <a:pt x="1129" y="251"/>
                    <a:pt x="878" y="0"/>
                    <a:pt x="5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23"/>
            <p:cNvSpPr/>
            <p:nvPr/>
          </p:nvSpPr>
          <p:spPr>
            <a:xfrm>
              <a:off x="5094056" y="3313340"/>
              <a:ext cx="101813" cy="101813"/>
            </a:xfrm>
            <a:custGeom>
              <a:rect b="b" l="l" r="r" t="t"/>
              <a:pathLst>
                <a:path extrusionOk="0" h="1129" w="1129">
                  <a:moveTo>
                    <a:pt x="552" y="1"/>
                  </a:moveTo>
                  <a:cubicBezTo>
                    <a:pt x="251" y="1"/>
                    <a:pt x="0" y="251"/>
                    <a:pt x="0" y="577"/>
                  </a:cubicBezTo>
                  <a:cubicBezTo>
                    <a:pt x="0" y="878"/>
                    <a:pt x="251" y="1128"/>
                    <a:pt x="552" y="1128"/>
                  </a:cubicBezTo>
                  <a:cubicBezTo>
                    <a:pt x="877" y="1128"/>
                    <a:pt x="1128" y="878"/>
                    <a:pt x="1128" y="577"/>
                  </a:cubicBezTo>
                  <a:cubicBezTo>
                    <a:pt x="1128" y="251"/>
                    <a:pt x="877" y="1"/>
                    <a:pt x="5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23"/>
            <p:cNvSpPr/>
            <p:nvPr/>
          </p:nvSpPr>
          <p:spPr>
            <a:xfrm>
              <a:off x="4754977" y="3726997"/>
              <a:ext cx="101813" cy="101723"/>
            </a:xfrm>
            <a:custGeom>
              <a:rect b="b" l="l" r="r" t="t"/>
              <a:pathLst>
                <a:path extrusionOk="0" h="1128" w="1129">
                  <a:moveTo>
                    <a:pt x="552" y="0"/>
                  </a:moveTo>
                  <a:cubicBezTo>
                    <a:pt x="251" y="0"/>
                    <a:pt x="1" y="276"/>
                    <a:pt x="1" y="576"/>
                  </a:cubicBezTo>
                  <a:cubicBezTo>
                    <a:pt x="1" y="877"/>
                    <a:pt x="251" y="1128"/>
                    <a:pt x="552" y="1128"/>
                  </a:cubicBezTo>
                  <a:cubicBezTo>
                    <a:pt x="878" y="1128"/>
                    <a:pt x="1129" y="877"/>
                    <a:pt x="1129" y="576"/>
                  </a:cubicBezTo>
                  <a:cubicBezTo>
                    <a:pt x="1129" y="276"/>
                    <a:pt x="878" y="0"/>
                    <a:pt x="5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23"/>
            <p:cNvSpPr/>
            <p:nvPr/>
          </p:nvSpPr>
          <p:spPr>
            <a:xfrm>
              <a:off x="4467931" y="3191326"/>
              <a:ext cx="99559" cy="101723"/>
            </a:xfrm>
            <a:custGeom>
              <a:rect b="b" l="l" r="r" t="t"/>
              <a:pathLst>
                <a:path extrusionOk="0" h="1128" w="1104">
                  <a:moveTo>
                    <a:pt x="552" y="0"/>
                  </a:moveTo>
                  <a:cubicBezTo>
                    <a:pt x="252" y="0"/>
                    <a:pt x="1" y="251"/>
                    <a:pt x="1" y="552"/>
                  </a:cubicBezTo>
                  <a:cubicBezTo>
                    <a:pt x="1" y="852"/>
                    <a:pt x="252" y="1128"/>
                    <a:pt x="552" y="1128"/>
                  </a:cubicBezTo>
                  <a:cubicBezTo>
                    <a:pt x="853" y="1128"/>
                    <a:pt x="1104" y="852"/>
                    <a:pt x="1104" y="552"/>
                  </a:cubicBezTo>
                  <a:cubicBezTo>
                    <a:pt x="1104" y="251"/>
                    <a:pt x="853" y="0"/>
                    <a:pt x="5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23"/>
            <p:cNvSpPr/>
            <p:nvPr/>
          </p:nvSpPr>
          <p:spPr>
            <a:xfrm>
              <a:off x="4135706" y="3975534"/>
              <a:ext cx="101813" cy="101813"/>
            </a:xfrm>
            <a:custGeom>
              <a:rect b="b" l="l" r="r" t="t"/>
              <a:pathLst>
                <a:path extrusionOk="0" h="1129" w="1129">
                  <a:moveTo>
                    <a:pt x="552" y="1"/>
                  </a:moveTo>
                  <a:cubicBezTo>
                    <a:pt x="251" y="1"/>
                    <a:pt x="1" y="252"/>
                    <a:pt x="1" y="552"/>
                  </a:cubicBezTo>
                  <a:cubicBezTo>
                    <a:pt x="1" y="878"/>
                    <a:pt x="251" y="1129"/>
                    <a:pt x="552" y="1129"/>
                  </a:cubicBezTo>
                  <a:cubicBezTo>
                    <a:pt x="878" y="1129"/>
                    <a:pt x="1128" y="878"/>
                    <a:pt x="1128" y="552"/>
                  </a:cubicBezTo>
                  <a:cubicBezTo>
                    <a:pt x="1128" y="252"/>
                    <a:pt x="878" y="1"/>
                    <a:pt x="5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23"/>
            <p:cNvSpPr/>
            <p:nvPr/>
          </p:nvSpPr>
          <p:spPr>
            <a:xfrm>
              <a:off x="3837388" y="3801576"/>
              <a:ext cx="99559" cy="101723"/>
            </a:xfrm>
            <a:custGeom>
              <a:rect b="b" l="l" r="r" t="t"/>
              <a:pathLst>
                <a:path extrusionOk="0" h="1128" w="1104">
                  <a:moveTo>
                    <a:pt x="552" y="0"/>
                  </a:moveTo>
                  <a:cubicBezTo>
                    <a:pt x="251" y="0"/>
                    <a:pt x="0" y="251"/>
                    <a:pt x="0" y="551"/>
                  </a:cubicBezTo>
                  <a:cubicBezTo>
                    <a:pt x="0" y="877"/>
                    <a:pt x="251" y="1128"/>
                    <a:pt x="552" y="1128"/>
                  </a:cubicBezTo>
                  <a:cubicBezTo>
                    <a:pt x="852" y="1128"/>
                    <a:pt x="1103" y="877"/>
                    <a:pt x="1103" y="551"/>
                  </a:cubicBezTo>
                  <a:cubicBezTo>
                    <a:pt x="1103" y="251"/>
                    <a:pt x="852" y="0"/>
                    <a:pt x="5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23"/>
            <p:cNvSpPr/>
            <p:nvPr/>
          </p:nvSpPr>
          <p:spPr>
            <a:xfrm>
              <a:off x="3577487" y="3950734"/>
              <a:ext cx="101723" cy="101813"/>
            </a:xfrm>
            <a:custGeom>
              <a:rect b="b" l="l" r="r" t="t"/>
              <a:pathLst>
                <a:path extrusionOk="0" h="1129" w="1128">
                  <a:moveTo>
                    <a:pt x="577" y="0"/>
                  </a:moveTo>
                  <a:cubicBezTo>
                    <a:pt x="251" y="0"/>
                    <a:pt x="0" y="251"/>
                    <a:pt x="0" y="552"/>
                  </a:cubicBezTo>
                  <a:cubicBezTo>
                    <a:pt x="0" y="877"/>
                    <a:pt x="251" y="1128"/>
                    <a:pt x="577" y="1128"/>
                  </a:cubicBezTo>
                  <a:cubicBezTo>
                    <a:pt x="877" y="1128"/>
                    <a:pt x="1128" y="877"/>
                    <a:pt x="1128" y="552"/>
                  </a:cubicBezTo>
                  <a:cubicBezTo>
                    <a:pt x="1128" y="251"/>
                    <a:pt x="877" y="0"/>
                    <a:pt x="577" y="0"/>
                  </a:cubicBezTo>
                  <a:close/>
                </a:path>
              </a:pathLst>
            </a:custGeom>
            <a:solidFill>
              <a:srgbClr val="C5D7F1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23"/>
            <p:cNvSpPr/>
            <p:nvPr/>
          </p:nvSpPr>
          <p:spPr>
            <a:xfrm>
              <a:off x="5469208" y="2725725"/>
              <a:ext cx="156102" cy="153757"/>
            </a:xfrm>
            <a:custGeom>
              <a:rect b="b" l="l" r="r" t="t"/>
              <a:pathLst>
                <a:path extrusionOk="0" h="1705" w="1731">
                  <a:moveTo>
                    <a:pt x="301" y="0"/>
                  </a:moveTo>
                  <a:lnTo>
                    <a:pt x="1" y="301"/>
                  </a:lnTo>
                  <a:lnTo>
                    <a:pt x="1429" y="1704"/>
                  </a:lnTo>
                  <a:lnTo>
                    <a:pt x="1730" y="1404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23"/>
            <p:cNvSpPr/>
            <p:nvPr/>
          </p:nvSpPr>
          <p:spPr>
            <a:xfrm>
              <a:off x="5471463" y="2725725"/>
              <a:ext cx="151502" cy="153757"/>
            </a:xfrm>
            <a:custGeom>
              <a:rect b="b" l="l" r="r" t="t"/>
              <a:pathLst>
                <a:path extrusionOk="0" h="1705" w="1680">
                  <a:moveTo>
                    <a:pt x="1379" y="0"/>
                  </a:moveTo>
                  <a:lnTo>
                    <a:pt x="1" y="1404"/>
                  </a:lnTo>
                  <a:lnTo>
                    <a:pt x="276" y="1704"/>
                  </a:lnTo>
                  <a:lnTo>
                    <a:pt x="1680" y="301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23"/>
            <p:cNvSpPr/>
            <p:nvPr/>
          </p:nvSpPr>
          <p:spPr>
            <a:xfrm>
              <a:off x="5738217" y="3143801"/>
              <a:ext cx="533415" cy="22725"/>
            </a:xfrm>
            <a:custGeom>
              <a:rect b="b" l="l" r="r" t="t"/>
              <a:pathLst>
                <a:path extrusionOk="0" h="252" w="5915">
                  <a:moveTo>
                    <a:pt x="0" y="1"/>
                  </a:moveTo>
                  <a:lnTo>
                    <a:pt x="0" y="251"/>
                  </a:lnTo>
                  <a:lnTo>
                    <a:pt x="5915" y="251"/>
                  </a:lnTo>
                  <a:lnTo>
                    <a:pt x="591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23"/>
            <p:cNvSpPr/>
            <p:nvPr/>
          </p:nvSpPr>
          <p:spPr>
            <a:xfrm>
              <a:off x="5747235" y="3216125"/>
              <a:ext cx="296151" cy="22725"/>
            </a:xfrm>
            <a:custGeom>
              <a:rect b="b" l="l" r="r" t="t"/>
              <a:pathLst>
                <a:path extrusionOk="0" h="252" w="3284">
                  <a:moveTo>
                    <a:pt x="0" y="1"/>
                  </a:moveTo>
                  <a:lnTo>
                    <a:pt x="0" y="251"/>
                  </a:lnTo>
                  <a:lnTo>
                    <a:pt x="3284" y="251"/>
                  </a:lnTo>
                  <a:lnTo>
                    <a:pt x="32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23"/>
            <p:cNvSpPr/>
            <p:nvPr/>
          </p:nvSpPr>
          <p:spPr>
            <a:xfrm>
              <a:off x="2736642" y="4004932"/>
              <a:ext cx="178647" cy="180901"/>
            </a:xfrm>
            <a:custGeom>
              <a:rect b="b" l="l" r="r" t="t"/>
              <a:pathLst>
                <a:path extrusionOk="0" h="2006" w="1981">
                  <a:moveTo>
                    <a:pt x="1003" y="427"/>
                  </a:moveTo>
                  <a:cubicBezTo>
                    <a:pt x="1329" y="427"/>
                    <a:pt x="1580" y="677"/>
                    <a:pt x="1580" y="1003"/>
                  </a:cubicBezTo>
                  <a:cubicBezTo>
                    <a:pt x="1580" y="1329"/>
                    <a:pt x="1329" y="1580"/>
                    <a:pt x="1003" y="1580"/>
                  </a:cubicBezTo>
                  <a:cubicBezTo>
                    <a:pt x="677" y="1580"/>
                    <a:pt x="427" y="1329"/>
                    <a:pt x="427" y="1003"/>
                  </a:cubicBezTo>
                  <a:cubicBezTo>
                    <a:pt x="427" y="677"/>
                    <a:pt x="677" y="427"/>
                    <a:pt x="1003" y="427"/>
                  </a:cubicBezTo>
                  <a:close/>
                  <a:moveTo>
                    <a:pt x="1003" y="1"/>
                  </a:moveTo>
                  <a:cubicBezTo>
                    <a:pt x="452" y="1"/>
                    <a:pt x="1" y="452"/>
                    <a:pt x="1" y="1003"/>
                  </a:cubicBezTo>
                  <a:cubicBezTo>
                    <a:pt x="1" y="1555"/>
                    <a:pt x="452" y="2006"/>
                    <a:pt x="1003" y="2006"/>
                  </a:cubicBezTo>
                  <a:cubicBezTo>
                    <a:pt x="1555" y="2006"/>
                    <a:pt x="1981" y="1555"/>
                    <a:pt x="1981" y="1003"/>
                  </a:cubicBezTo>
                  <a:cubicBezTo>
                    <a:pt x="1981" y="452"/>
                    <a:pt x="1555" y="1"/>
                    <a:pt x="10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23"/>
            <p:cNvSpPr/>
            <p:nvPr/>
          </p:nvSpPr>
          <p:spPr>
            <a:xfrm>
              <a:off x="3518779" y="4148770"/>
              <a:ext cx="157725" cy="448465"/>
            </a:xfrm>
            <a:custGeom>
              <a:rect b="b" l="l" r="r" t="t"/>
              <a:pathLst>
                <a:path extrusionOk="0" h="4973" w="1749">
                  <a:moveTo>
                    <a:pt x="914" y="1"/>
                  </a:moveTo>
                  <a:cubicBezTo>
                    <a:pt x="697" y="1"/>
                    <a:pt x="497" y="181"/>
                    <a:pt x="426" y="611"/>
                  </a:cubicBezTo>
                  <a:cubicBezTo>
                    <a:pt x="176" y="2009"/>
                    <a:pt x="1" y="4972"/>
                    <a:pt x="618" y="4972"/>
                  </a:cubicBezTo>
                  <a:cubicBezTo>
                    <a:pt x="621" y="4972"/>
                    <a:pt x="623" y="4972"/>
                    <a:pt x="626" y="4972"/>
                  </a:cubicBezTo>
                  <a:cubicBezTo>
                    <a:pt x="1228" y="4947"/>
                    <a:pt x="1553" y="4722"/>
                    <a:pt x="1203" y="4621"/>
                  </a:cubicBezTo>
                  <a:cubicBezTo>
                    <a:pt x="827" y="4546"/>
                    <a:pt x="827" y="4496"/>
                    <a:pt x="827" y="4396"/>
                  </a:cubicBezTo>
                  <a:cubicBezTo>
                    <a:pt x="852" y="3694"/>
                    <a:pt x="1403" y="2366"/>
                    <a:pt x="1604" y="1338"/>
                  </a:cubicBezTo>
                  <a:cubicBezTo>
                    <a:pt x="1748" y="582"/>
                    <a:pt x="1304" y="1"/>
                    <a:pt x="914" y="1"/>
                  </a:cubicBezTo>
                  <a:close/>
                </a:path>
              </a:pathLst>
            </a:custGeom>
            <a:solidFill>
              <a:srgbClr val="EF8970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23"/>
            <p:cNvSpPr/>
            <p:nvPr/>
          </p:nvSpPr>
          <p:spPr>
            <a:xfrm>
              <a:off x="3548088" y="4565493"/>
              <a:ext cx="133466" cy="38507"/>
            </a:xfrm>
            <a:custGeom>
              <a:rect b="b" l="l" r="r" t="t"/>
              <a:pathLst>
                <a:path extrusionOk="0" h="427" w="1480">
                  <a:moveTo>
                    <a:pt x="878" y="0"/>
                  </a:moveTo>
                  <a:cubicBezTo>
                    <a:pt x="745" y="113"/>
                    <a:pt x="575" y="146"/>
                    <a:pt x="420" y="146"/>
                  </a:cubicBezTo>
                  <a:cubicBezTo>
                    <a:pt x="194" y="146"/>
                    <a:pt x="0" y="76"/>
                    <a:pt x="0" y="75"/>
                  </a:cubicBezTo>
                  <a:lnTo>
                    <a:pt x="0" y="75"/>
                  </a:lnTo>
                  <a:cubicBezTo>
                    <a:pt x="13" y="339"/>
                    <a:pt x="201" y="426"/>
                    <a:pt x="430" y="426"/>
                  </a:cubicBezTo>
                  <a:cubicBezTo>
                    <a:pt x="658" y="426"/>
                    <a:pt x="928" y="339"/>
                    <a:pt x="1103" y="251"/>
                  </a:cubicBezTo>
                  <a:cubicBezTo>
                    <a:pt x="1479" y="50"/>
                    <a:pt x="878" y="0"/>
                    <a:pt x="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23"/>
            <p:cNvSpPr/>
            <p:nvPr/>
          </p:nvSpPr>
          <p:spPr>
            <a:xfrm>
              <a:off x="3281333" y="3693089"/>
              <a:ext cx="436381" cy="774105"/>
            </a:xfrm>
            <a:custGeom>
              <a:rect b="b" l="l" r="r" t="t"/>
              <a:pathLst>
                <a:path extrusionOk="0" h="8584" w="4839">
                  <a:moveTo>
                    <a:pt x="803" y="0"/>
                  </a:moveTo>
                  <a:lnTo>
                    <a:pt x="1" y="2732"/>
                  </a:lnTo>
                  <a:cubicBezTo>
                    <a:pt x="1" y="2732"/>
                    <a:pt x="2332" y="4336"/>
                    <a:pt x="2683" y="5188"/>
                  </a:cubicBezTo>
                  <a:cubicBezTo>
                    <a:pt x="2983" y="5915"/>
                    <a:pt x="2582" y="8396"/>
                    <a:pt x="2582" y="8396"/>
                  </a:cubicBezTo>
                  <a:cubicBezTo>
                    <a:pt x="2840" y="8541"/>
                    <a:pt x="3107" y="8583"/>
                    <a:pt x="3331" y="8583"/>
                  </a:cubicBezTo>
                  <a:cubicBezTo>
                    <a:pt x="3651" y="8583"/>
                    <a:pt x="3886" y="8496"/>
                    <a:pt x="3886" y="8496"/>
                  </a:cubicBezTo>
                  <a:cubicBezTo>
                    <a:pt x="3886" y="8496"/>
                    <a:pt x="4838" y="4361"/>
                    <a:pt x="4412" y="3358"/>
                  </a:cubicBezTo>
                  <a:cubicBezTo>
                    <a:pt x="3961" y="2206"/>
                    <a:pt x="803" y="0"/>
                    <a:pt x="8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23"/>
            <p:cNvSpPr/>
            <p:nvPr/>
          </p:nvSpPr>
          <p:spPr>
            <a:xfrm>
              <a:off x="2861001" y="4197467"/>
              <a:ext cx="421411" cy="382904"/>
            </a:xfrm>
            <a:custGeom>
              <a:rect b="b" l="l" r="r" t="t"/>
              <a:pathLst>
                <a:path extrusionOk="0" h="4246" w="4673">
                  <a:moveTo>
                    <a:pt x="3971" y="0"/>
                  </a:moveTo>
                  <a:cubicBezTo>
                    <a:pt x="3814" y="0"/>
                    <a:pt x="3624" y="73"/>
                    <a:pt x="3409" y="247"/>
                  </a:cubicBezTo>
                  <a:cubicBezTo>
                    <a:pt x="2231" y="1224"/>
                    <a:pt x="0" y="3480"/>
                    <a:pt x="527" y="3906"/>
                  </a:cubicBezTo>
                  <a:cubicBezTo>
                    <a:pt x="807" y="4131"/>
                    <a:pt x="1065" y="4245"/>
                    <a:pt x="1197" y="4245"/>
                  </a:cubicBezTo>
                  <a:cubicBezTo>
                    <a:pt x="1301" y="4245"/>
                    <a:pt x="1328" y="4174"/>
                    <a:pt x="1228" y="4031"/>
                  </a:cubicBezTo>
                  <a:cubicBezTo>
                    <a:pt x="978" y="3705"/>
                    <a:pt x="1003" y="3655"/>
                    <a:pt x="1078" y="3580"/>
                  </a:cubicBezTo>
                  <a:cubicBezTo>
                    <a:pt x="1604" y="3029"/>
                    <a:pt x="2983" y="2352"/>
                    <a:pt x="3860" y="1675"/>
                  </a:cubicBezTo>
                  <a:cubicBezTo>
                    <a:pt x="4672" y="1041"/>
                    <a:pt x="4560" y="0"/>
                    <a:pt x="3971" y="0"/>
                  </a:cubicBezTo>
                  <a:close/>
                </a:path>
              </a:pathLst>
            </a:custGeom>
            <a:solidFill>
              <a:srgbClr val="EF8970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23"/>
            <p:cNvSpPr/>
            <p:nvPr/>
          </p:nvSpPr>
          <p:spPr>
            <a:xfrm>
              <a:off x="2870019" y="4511204"/>
              <a:ext cx="135090" cy="84950"/>
            </a:xfrm>
            <a:custGeom>
              <a:rect b="b" l="l" r="r" t="t"/>
              <a:pathLst>
                <a:path extrusionOk="0" h="942" w="1498">
                  <a:moveTo>
                    <a:pt x="376" y="1"/>
                  </a:moveTo>
                  <a:lnTo>
                    <a:pt x="376" y="1"/>
                  </a:lnTo>
                  <a:cubicBezTo>
                    <a:pt x="0" y="452"/>
                    <a:pt x="727" y="803"/>
                    <a:pt x="1153" y="928"/>
                  </a:cubicBezTo>
                  <a:cubicBezTo>
                    <a:pt x="1194" y="938"/>
                    <a:pt x="1227" y="942"/>
                    <a:pt x="1252" y="942"/>
                  </a:cubicBezTo>
                  <a:cubicBezTo>
                    <a:pt x="1498" y="942"/>
                    <a:pt x="1128" y="552"/>
                    <a:pt x="1128" y="552"/>
                  </a:cubicBezTo>
                  <a:cubicBezTo>
                    <a:pt x="677" y="552"/>
                    <a:pt x="376" y="1"/>
                    <a:pt x="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23"/>
            <p:cNvSpPr/>
            <p:nvPr/>
          </p:nvSpPr>
          <p:spPr>
            <a:xfrm>
              <a:off x="2967234" y="3683981"/>
              <a:ext cx="490489" cy="788895"/>
            </a:xfrm>
            <a:custGeom>
              <a:rect b="b" l="l" r="r" t="t"/>
              <a:pathLst>
                <a:path extrusionOk="0" h="8748" w="5439">
                  <a:moveTo>
                    <a:pt x="3810" y="1"/>
                  </a:moveTo>
                  <a:lnTo>
                    <a:pt x="1855" y="1304"/>
                  </a:lnTo>
                  <a:cubicBezTo>
                    <a:pt x="1404" y="2382"/>
                    <a:pt x="2206" y="4161"/>
                    <a:pt x="1980" y="5139"/>
                  </a:cubicBezTo>
                  <a:cubicBezTo>
                    <a:pt x="1805" y="5991"/>
                    <a:pt x="0" y="7770"/>
                    <a:pt x="0" y="7770"/>
                  </a:cubicBezTo>
                  <a:cubicBezTo>
                    <a:pt x="226" y="8497"/>
                    <a:pt x="953" y="8748"/>
                    <a:pt x="953" y="8748"/>
                  </a:cubicBezTo>
                  <a:cubicBezTo>
                    <a:pt x="953" y="8748"/>
                    <a:pt x="4637" y="6091"/>
                    <a:pt x="5013" y="4988"/>
                  </a:cubicBezTo>
                  <a:cubicBezTo>
                    <a:pt x="5439" y="3760"/>
                    <a:pt x="3810" y="1"/>
                    <a:pt x="38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23"/>
            <p:cNvSpPr/>
            <p:nvPr/>
          </p:nvSpPr>
          <p:spPr>
            <a:xfrm>
              <a:off x="3123156" y="3683981"/>
              <a:ext cx="425018" cy="231492"/>
            </a:xfrm>
            <a:custGeom>
              <a:rect b="b" l="l" r="r" t="t"/>
              <a:pathLst>
                <a:path extrusionOk="0" h="2567" w="4713">
                  <a:moveTo>
                    <a:pt x="2081" y="1"/>
                  </a:moveTo>
                  <a:lnTo>
                    <a:pt x="126" y="1304"/>
                  </a:lnTo>
                  <a:cubicBezTo>
                    <a:pt x="76" y="1454"/>
                    <a:pt x="26" y="1605"/>
                    <a:pt x="1" y="1755"/>
                  </a:cubicBezTo>
                  <a:cubicBezTo>
                    <a:pt x="757" y="2297"/>
                    <a:pt x="1564" y="2567"/>
                    <a:pt x="2371" y="2567"/>
                  </a:cubicBezTo>
                  <a:cubicBezTo>
                    <a:pt x="3168" y="2567"/>
                    <a:pt x="3965" y="2303"/>
                    <a:pt x="4712" y="1780"/>
                  </a:cubicBezTo>
                  <a:cubicBezTo>
                    <a:pt x="3685" y="903"/>
                    <a:pt x="2557" y="101"/>
                    <a:pt x="2557" y="101"/>
                  </a:cubicBezTo>
                  <a:lnTo>
                    <a:pt x="2356" y="703"/>
                  </a:lnTo>
                  <a:cubicBezTo>
                    <a:pt x="2206" y="277"/>
                    <a:pt x="2081" y="1"/>
                    <a:pt x="20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23"/>
            <p:cNvSpPr/>
            <p:nvPr/>
          </p:nvSpPr>
          <p:spPr>
            <a:xfrm>
              <a:off x="2987524" y="3844502"/>
              <a:ext cx="264588" cy="583194"/>
            </a:xfrm>
            <a:custGeom>
              <a:rect b="b" l="l" r="r" t="t"/>
              <a:pathLst>
                <a:path extrusionOk="0" h="6467" w="2934">
                  <a:moveTo>
                    <a:pt x="2231" y="0"/>
                  </a:moveTo>
                  <a:lnTo>
                    <a:pt x="2206" y="50"/>
                  </a:lnTo>
                  <a:cubicBezTo>
                    <a:pt x="2733" y="1028"/>
                    <a:pt x="2858" y="2206"/>
                    <a:pt x="2582" y="3283"/>
                  </a:cubicBezTo>
                  <a:cubicBezTo>
                    <a:pt x="2307" y="4361"/>
                    <a:pt x="1630" y="5339"/>
                    <a:pt x="703" y="5940"/>
                  </a:cubicBezTo>
                  <a:cubicBezTo>
                    <a:pt x="627" y="5990"/>
                    <a:pt x="577" y="6015"/>
                    <a:pt x="502" y="6065"/>
                  </a:cubicBezTo>
                  <a:cubicBezTo>
                    <a:pt x="327" y="6166"/>
                    <a:pt x="151" y="6291"/>
                    <a:pt x="1" y="6416"/>
                  </a:cubicBezTo>
                  <a:lnTo>
                    <a:pt x="51" y="6466"/>
                  </a:lnTo>
                  <a:cubicBezTo>
                    <a:pt x="201" y="6341"/>
                    <a:pt x="377" y="6241"/>
                    <a:pt x="552" y="6116"/>
                  </a:cubicBezTo>
                  <a:cubicBezTo>
                    <a:pt x="602" y="6091"/>
                    <a:pt x="677" y="6040"/>
                    <a:pt x="728" y="5990"/>
                  </a:cubicBezTo>
                  <a:cubicBezTo>
                    <a:pt x="1680" y="5389"/>
                    <a:pt x="2382" y="4411"/>
                    <a:pt x="2657" y="3309"/>
                  </a:cubicBezTo>
                  <a:cubicBezTo>
                    <a:pt x="2933" y="2231"/>
                    <a:pt x="2808" y="1028"/>
                    <a:pt x="2281" y="25"/>
                  </a:cubicBezTo>
                  <a:lnTo>
                    <a:pt x="22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23"/>
            <p:cNvSpPr/>
            <p:nvPr/>
          </p:nvSpPr>
          <p:spPr>
            <a:xfrm>
              <a:off x="3362766" y="3422999"/>
              <a:ext cx="525930" cy="337724"/>
            </a:xfrm>
            <a:custGeom>
              <a:rect b="b" l="l" r="r" t="t"/>
              <a:pathLst>
                <a:path extrusionOk="0" h="3745" w="5832">
                  <a:moveTo>
                    <a:pt x="997" y="0"/>
                  </a:moveTo>
                  <a:cubicBezTo>
                    <a:pt x="968" y="0"/>
                    <a:pt x="944" y="4"/>
                    <a:pt x="927" y="13"/>
                  </a:cubicBezTo>
                  <a:cubicBezTo>
                    <a:pt x="0" y="439"/>
                    <a:pt x="1529" y="3296"/>
                    <a:pt x="2907" y="3697"/>
                  </a:cubicBezTo>
                  <a:cubicBezTo>
                    <a:pt x="3026" y="3730"/>
                    <a:pt x="3145" y="3745"/>
                    <a:pt x="3264" y="3745"/>
                  </a:cubicBezTo>
                  <a:cubicBezTo>
                    <a:pt x="4223" y="3745"/>
                    <a:pt x="5141" y="2772"/>
                    <a:pt x="5364" y="2594"/>
                  </a:cubicBezTo>
                  <a:cubicBezTo>
                    <a:pt x="5832" y="2193"/>
                    <a:pt x="5804" y="1930"/>
                    <a:pt x="5633" y="1930"/>
                  </a:cubicBezTo>
                  <a:cubicBezTo>
                    <a:pt x="5612" y="1930"/>
                    <a:pt x="5589" y="1934"/>
                    <a:pt x="5564" y="1942"/>
                  </a:cubicBezTo>
                  <a:cubicBezTo>
                    <a:pt x="5339" y="2043"/>
                    <a:pt x="5263" y="2293"/>
                    <a:pt x="4887" y="2469"/>
                  </a:cubicBezTo>
                  <a:cubicBezTo>
                    <a:pt x="4658" y="2600"/>
                    <a:pt x="4353" y="2785"/>
                    <a:pt x="3939" y="2785"/>
                  </a:cubicBezTo>
                  <a:cubicBezTo>
                    <a:pt x="3720" y="2785"/>
                    <a:pt x="3469" y="2733"/>
                    <a:pt x="3183" y="2594"/>
                  </a:cubicBezTo>
                  <a:cubicBezTo>
                    <a:pt x="2381" y="2193"/>
                    <a:pt x="2431" y="1191"/>
                    <a:pt x="2080" y="639"/>
                  </a:cubicBezTo>
                  <a:cubicBezTo>
                    <a:pt x="1835" y="260"/>
                    <a:pt x="1233" y="0"/>
                    <a:pt x="997" y="0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23"/>
            <p:cNvSpPr/>
            <p:nvPr/>
          </p:nvSpPr>
          <p:spPr>
            <a:xfrm>
              <a:off x="3093848" y="3400364"/>
              <a:ext cx="485980" cy="480569"/>
            </a:xfrm>
            <a:custGeom>
              <a:rect b="b" l="l" r="r" t="t"/>
              <a:pathLst>
                <a:path extrusionOk="0" h="5329" w="5389">
                  <a:moveTo>
                    <a:pt x="2880" y="0"/>
                  </a:moveTo>
                  <a:cubicBezTo>
                    <a:pt x="2206" y="0"/>
                    <a:pt x="1490" y="221"/>
                    <a:pt x="1529" y="1492"/>
                  </a:cubicBezTo>
                  <a:cubicBezTo>
                    <a:pt x="1554" y="2670"/>
                    <a:pt x="1153" y="3271"/>
                    <a:pt x="551" y="4249"/>
                  </a:cubicBezTo>
                  <a:lnTo>
                    <a:pt x="501" y="4324"/>
                  </a:lnTo>
                  <a:cubicBezTo>
                    <a:pt x="0" y="4946"/>
                    <a:pt x="1272" y="5329"/>
                    <a:pt x="2509" y="5329"/>
                  </a:cubicBezTo>
                  <a:cubicBezTo>
                    <a:pt x="3316" y="5329"/>
                    <a:pt x="4109" y="5166"/>
                    <a:pt x="4386" y="4800"/>
                  </a:cubicBezTo>
                  <a:cubicBezTo>
                    <a:pt x="4987" y="3998"/>
                    <a:pt x="5338" y="2770"/>
                    <a:pt x="5363" y="1792"/>
                  </a:cubicBezTo>
                  <a:cubicBezTo>
                    <a:pt x="5388" y="464"/>
                    <a:pt x="4210" y="113"/>
                    <a:pt x="3458" y="38"/>
                  </a:cubicBezTo>
                  <a:cubicBezTo>
                    <a:pt x="3284" y="21"/>
                    <a:pt x="3084" y="0"/>
                    <a:pt x="28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23"/>
            <p:cNvSpPr/>
            <p:nvPr/>
          </p:nvSpPr>
          <p:spPr>
            <a:xfrm>
              <a:off x="3350141" y="3315594"/>
              <a:ext cx="143747" cy="179999"/>
            </a:xfrm>
            <a:custGeom>
              <a:rect b="b" l="l" r="r" t="t"/>
              <a:pathLst>
                <a:path extrusionOk="0" h="1996" w="1594">
                  <a:moveTo>
                    <a:pt x="717" y="1"/>
                  </a:moveTo>
                  <a:cubicBezTo>
                    <a:pt x="717" y="1"/>
                    <a:pt x="892" y="652"/>
                    <a:pt x="416" y="878"/>
                  </a:cubicBezTo>
                  <a:cubicBezTo>
                    <a:pt x="1" y="1074"/>
                    <a:pt x="1072" y="1995"/>
                    <a:pt x="1369" y="1995"/>
                  </a:cubicBezTo>
                  <a:cubicBezTo>
                    <a:pt x="1413" y="1995"/>
                    <a:pt x="1440" y="1975"/>
                    <a:pt x="1443" y="1930"/>
                  </a:cubicBezTo>
                  <a:cubicBezTo>
                    <a:pt x="1469" y="1479"/>
                    <a:pt x="1293" y="1179"/>
                    <a:pt x="1594" y="727"/>
                  </a:cubicBezTo>
                  <a:lnTo>
                    <a:pt x="717" y="1"/>
                  </a:ln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23"/>
            <p:cNvSpPr/>
            <p:nvPr/>
          </p:nvSpPr>
          <p:spPr>
            <a:xfrm>
              <a:off x="3383057" y="3208370"/>
              <a:ext cx="171883" cy="234107"/>
            </a:xfrm>
            <a:custGeom>
              <a:rect b="b" l="l" r="r" t="t"/>
              <a:pathLst>
                <a:path extrusionOk="0" h="2596" w="1906">
                  <a:moveTo>
                    <a:pt x="986" y="0"/>
                  </a:moveTo>
                  <a:cubicBezTo>
                    <a:pt x="729" y="0"/>
                    <a:pt x="481" y="153"/>
                    <a:pt x="377" y="287"/>
                  </a:cubicBezTo>
                  <a:cubicBezTo>
                    <a:pt x="1" y="764"/>
                    <a:pt x="126" y="1315"/>
                    <a:pt x="276" y="1641"/>
                  </a:cubicBezTo>
                  <a:cubicBezTo>
                    <a:pt x="533" y="2282"/>
                    <a:pt x="1064" y="2596"/>
                    <a:pt x="1338" y="2596"/>
                  </a:cubicBezTo>
                  <a:cubicBezTo>
                    <a:pt x="1385" y="2596"/>
                    <a:pt x="1425" y="2586"/>
                    <a:pt x="1454" y="2568"/>
                  </a:cubicBezTo>
                  <a:cubicBezTo>
                    <a:pt x="1906" y="2317"/>
                    <a:pt x="1805" y="688"/>
                    <a:pt x="1479" y="262"/>
                  </a:cubicBezTo>
                  <a:cubicBezTo>
                    <a:pt x="1338" y="70"/>
                    <a:pt x="1160" y="0"/>
                    <a:pt x="986" y="0"/>
                  </a:cubicBezTo>
                  <a:close/>
                </a:path>
              </a:pathLst>
            </a:custGeom>
            <a:solidFill>
              <a:srgbClr val="F9B2A3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23"/>
            <p:cNvSpPr/>
            <p:nvPr/>
          </p:nvSpPr>
          <p:spPr>
            <a:xfrm>
              <a:off x="3360512" y="3194843"/>
              <a:ext cx="192174" cy="184689"/>
            </a:xfrm>
            <a:custGeom>
              <a:rect b="b" l="l" r="r" t="t"/>
              <a:pathLst>
                <a:path extrusionOk="0" h="2048" w="2131">
                  <a:moveTo>
                    <a:pt x="1198" y="1"/>
                  </a:moveTo>
                  <a:cubicBezTo>
                    <a:pt x="899" y="1"/>
                    <a:pt x="595" y="133"/>
                    <a:pt x="401" y="412"/>
                  </a:cubicBezTo>
                  <a:cubicBezTo>
                    <a:pt x="0" y="964"/>
                    <a:pt x="176" y="1390"/>
                    <a:pt x="201" y="1490"/>
                  </a:cubicBezTo>
                  <a:cubicBezTo>
                    <a:pt x="299" y="1785"/>
                    <a:pt x="515" y="2047"/>
                    <a:pt x="618" y="2047"/>
                  </a:cubicBezTo>
                  <a:cubicBezTo>
                    <a:pt x="672" y="2047"/>
                    <a:pt x="695" y="1973"/>
                    <a:pt x="652" y="1791"/>
                  </a:cubicBezTo>
                  <a:cubicBezTo>
                    <a:pt x="526" y="1264"/>
                    <a:pt x="927" y="1415"/>
                    <a:pt x="827" y="989"/>
                  </a:cubicBezTo>
                  <a:cubicBezTo>
                    <a:pt x="815" y="901"/>
                    <a:pt x="833" y="876"/>
                    <a:pt x="931" y="876"/>
                  </a:cubicBezTo>
                  <a:cubicBezTo>
                    <a:pt x="1028" y="876"/>
                    <a:pt x="1203" y="901"/>
                    <a:pt x="1504" y="914"/>
                  </a:cubicBezTo>
                  <a:cubicBezTo>
                    <a:pt x="2105" y="914"/>
                    <a:pt x="2130" y="888"/>
                    <a:pt x="2080" y="663"/>
                  </a:cubicBezTo>
                  <a:cubicBezTo>
                    <a:pt x="1980" y="234"/>
                    <a:pt x="1594" y="1"/>
                    <a:pt x="1198" y="1"/>
                  </a:cubicBezTo>
                  <a:close/>
                </a:path>
              </a:pathLst>
            </a:custGeom>
            <a:solidFill>
              <a:srgbClr val="171B34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23"/>
            <p:cNvSpPr/>
            <p:nvPr/>
          </p:nvSpPr>
          <p:spPr>
            <a:xfrm>
              <a:off x="3360512" y="3196105"/>
              <a:ext cx="176392" cy="182344"/>
            </a:xfrm>
            <a:custGeom>
              <a:rect b="b" l="l" r="r" t="t"/>
              <a:pathLst>
                <a:path extrusionOk="0" h="2022" w="1956">
                  <a:moveTo>
                    <a:pt x="1217" y="0"/>
                  </a:moveTo>
                  <a:cubicBezTo>
                    <a:pt x="922" y="0"/>
                    <a:pt x="617" y="132"/>
                    <a:pt x="401" y="398"/>
                  </a:cubicBezTo>
                  <a:cubicBezTo>
                    <a:pt x="0" y="900"/>
                    <a:pt x="176" y="1376"/>
                    <a:pt x="201" y="1476"/>
                  </a:cubicBezTo>
                  <a:cubicBezTo>
                    <a:pt x="287" y="1758"/>
                    <a:pt x="506" y="2022"/>
                    <a:pt x="612" y="2022"/>
                  </a:cubicBezTo>
                  <a:cubicBezTo>
                    <a:pt x="628" y="2022"/>
                    <a:pt x="642" y="2016"/>
                    <a:pt x="652" y="2002"/>
                  </a:cubicBezTo>
                  <a:cubicBezTo>
                    <a:pt x="752" y="1902"/>
                    <a:pt x="376" y="1777"/>
                    <a:pt x="551" y="1451"/>
                  </a:cubicBezTo>
                  <a:cubicBezTo>
                    <a:pt x="727" y="1125"/>
                    <a:pt x="501" y="1025"/>
                    <a:pt x="627" y="724"/>
                  </a:cubicBezTo>
                  <a:cubicBezTo>
                    <a:pt x="685" y="564"/>
                    <a:pt x="785" y="531"/>
                    <a:pt x="990" y="531"/>
                  </a:cubicBezTo>
                  <a:cubicBezTo>
                    <a:pt x="1139" y="531"/>
                    <a:pt x="1344" y="549"/>
                    <a:pt x="1629" y="549"/>
                  </a:cubicBezTo>
                  <a:cubicBezTo>
                    <a:pt x="1658" y="551"/>
                    <a:pt x="1685" y="553"/>
                    <a:pt x="1709" y="553"/>
                  </a:cubicBezTo>
                  <a:cubicBezTo>
                    <a:pt x="1915" y="553"/>
                    <a:pt x="1955" y="463"/>
                    <a:pt x="1955" y="373"/>
                  </a:cubicBezTo>
                  <a:cubicBezTo>
                    <a:pt x="1782" y="126"/>
                    <a:pt x="1504" y="0"/>
                    <a:pt x="1217" y="0"/>
                  </a:cubicBezTo>
                  <a:close/>
                </a:path>
              </a:pathLst>
            </a:custGeom>
            <a:solidFill>
              <a:srgbClr val="171B34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23"/>
            <p:cNvSpPr/>
            <p:nvPr/>
          </p:nvSpPr>
          <p:spPr>
            <a:xfrm>
              <a:off x="3193227" y="3441576"/>
              <a:ext cx="549557" cy="308776"/>
            </a:xfrm>
            <a:custGeom>
              <a:rect b="b" l="l" r="r" t="t"/>
              <a:pathLst>
                <a:path extrusionOk="0" h="3424" w="6094">
                  <a:moveTo>
                    <a:pt x="1107" y="1"/>
                  </a:moveTo>
                  <a:cubicBezTo>
                    <a:pt x="1009" y="1"/>
                    <a:pt x="929" y="23"/>
                    <a:pt x="878" y="57"/>
                  </a:cubicBezTo>
                  <a:cubicBezTo>
                    <a:pt x="0" y="634"/>
                    <a:pt x="2005" y="3240"/>
                    <a:pt x="3459" y="3416"/>
                  </a:cubicBezTo>
                  <a:cubicBezTo>
                    <a:pt x="3507" y="3421"/>
                    <a:pt x="3554" y="3424"/>
                    <a:pt x="3601" y="3424"/>
                  </a:cubicBezTo>
                  <a:cubicBezTo>
                    <a:pt x="4641" y="3424"/>
                    <a:pt x="5499" y="2152"/>
                    <a:pt x="5715" y="1912"/>
                  </a:cubicBezTo>
                  <a:cubicBezTo>
                    <a:pt x="6093" y="1470"/>
                    <a:pt x="6066" y="1205"/>
                    <a:pt x="5914" y="1205"/>
                  </a:cubicBezTo>
                  <a:cubicBezTo>
                    <a:pt x="5885" y="1205"/>
                    <a:pt x="5851" y="1215"/>
                    <a:pt x="5815" y="1235"/>
                  </a:cubicBezTo>
                  <a:cubicBezTo>
                    <a:pt x="5589" y="1360"/>
                    <a:pt x="5589" y="1611"/>
                    <a:pt x="5239" y="1862"/>
                  </a:cubicBezTo>
                  <a:cubicBezTo>
                    <a:pt x="4968" y="2055"/>
                    <a:pt x="4638" y="2352"/>
                    <a:pt x="4099" y="2352"/>
                  </a:cubicBezTo>
                  <a:cubicBezTo>
                    <a:pt x="3939" y="2352"/>
                    <a:pt x="3761" y="2326"/>
                    <a:pt x="3559" y="2263"/>
                  </a:cubicBezTo>
                  <a:cubicBezTo>
                    <a:pt x="2682" y="2012"/>
                    <a:pt x="2231" y="834"/>
                    <a:pt x="1780" y="333"/>
                  </a:cubicBezTo>
                  <a:cubicBezTo>
                    <a:pt x="1549" y="85"/>
                    <a:pt x="1295" y="1"/>
                    <a:pt x="1107" y="1"/>
                  </a:cubicBezTo>
                  <a:close/>
                </a:path>
              </a:pathLst>
            </a:custGeom>
            <a:solidFill>
              <a:srgbClr val="F9B2A3"/>
            </a:solidFill>
            <a:ln>
              <a:noFill/>
            </a:ln>
          </p:spPr>
          <p:txBody>
            <a:bodyPr anchorCtr="0" anchor="ctr" bIns="30675" lIns="30675" spcFirstLastPara="1" rIns="30675" wrap="square" tIns="30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1" name="Google Shape;1281;p23"/>
          <p:cNvGrpSpPr/>
          <p:nvPr/>
        </p:nvGrpSpPr>
        <p:grpSpPr>
          <a:xfrm>
            <a:off x="3976164" y="3060100"/>
            <a:ext cx="1027467" cy="724820"/>
            <a:chOff x="5185625" y="1331837"/>
            <a:chExt cx="3535674" cy="2494220"/>
          </a:xfrm>
        </p:grpSpPr>
        <p:sp>
          <p:nvSpPr>
            <p:cNvPr id="1282" name="Google Shape;1282;p23"/>
            <p:cNvSpPr/>
            <p:nvPr/>
          </p:nvSpPr>
          <p:spPr>
            <a:xfrm>
              <a:off x="6834196" y="1331837"/>
              <a:ext cx="169152" cy="171462"/>
            </a:xfrm>
            <a:custGeom>
              <a:rect b="b" l="l" r="r" t="t"/>
              <a:pathLst>
                <a:path extrusionOk="0" h="1856" w="1831">
                  <a:moveTo>
                    <a:pt x="928" y="402"/>
                  </a:moveTo>
                  <a:cubicBezTo>
                    <a:pt x="1204" y="402"/>
                    <a:pt x="1429" y="652"/>
                    <a:pt x="1429" y="928"/>
                  </a:cubicBezTo>
                  <a:cubicBezTo>
                    <a:pt x="1429" y="1204"/>
                    <a:pt x="1204" y="1429"/>
                    <a:pt x="928" y="1429"/>
                  </a:cubicBezTo>
                  <a:cubicBezTo>
                    <a:pt x="627" y="1429"/>
                    <a:pt x="402" y="1204"/>
                    <a:pt x="402" y="928"/>
                  </a:cubicBezTo>
                  <a:cubicBezTo>
                    <a:pt x="402" y="652"/>
                    <a:pt x="627" y="402"/>
                    <a:pt x="928" y="402"/>
                  </a:cubicBezTo>
                  <a:close/>
                  <a:moveTo>
                    <a:pt x="928" y="1"/>
                  </a:moveTo>
                  <a:cubicBezTo>
                    <a:pt x="402" y="1"/>
                    <a:pt x="1" y="402"/>
                    <a:pt x="1" y="928"/>
                  </a:cubicBezTo>
                  <a:cubicBezTo>
                    <a:pt x="1" y="1429"/>
                    <a:pt x="402" y="1855"/>
                    <a:pt x="928" y="1855"/>
                  </a:cubicBezTo>
                  <a:cubicBezTo>
                    <a:pt x="1429" y="1855"/>
                    <a:pt x="1830" y="1429"/>
                    <a:pt x="1830" y="928"/>
                  </a:cubicBezTo>
                  <a:cubicBezTo>
                    <a:pt x="1830" y="402"/>
                    <a:pt x="1429" y="1"/>
                    <a:pt x="9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23"/>
            <p:cNvSpPr/>
            <p:nvPr/>
          </p:nvSpPr>
          <p:spPr>
            <a:xfrm>
              <a:off x="8191023" y="1838925"/>
              <a:ext cx="159822" cy="157512"/>
            </a:xfrm>
            <a:custGeom>
              <a:rect b="b" l="l" r="r" t="t"/>
              <a:pathLst>
                <a:path extrusionOk="0" h="1705" w="1730">
                  <a:moveTo>
                    <a:pt x="301" y="0"/>
                  </a:moveTo>
                  <a:lnTo>
                    <a:pt x="0" y="301"/>
                  </a:lnTo>
                  <a:lnTo>
                    <a:pt x="1429" y="1705"/>
                  </a:lnTo>
                  <a:lnTo>
                    <a:pt x="1730" y="1429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23"/>
            <p:cNvSpPr/>
            <p:nvPr/>
          </p:nvSpPr>
          <p:spPr>
            <a:xfrm>
              <a:off x="8193332" y="1841235"/>
              <a:ext cx="155203" cy="155203"/>
            </a:xfrm>
            <a:custGeom>
              <a:rect b="b" l="l" r="r" t="t"/>
              <a:pathLst>
                <a:path extrusionOk="0" h="1680" w="1680">
                  <a:moveTo>
                    <a:pt x="1379" y="0"/>
                  </a:moveTo>
                  <a:lnTo>
                    <a:pt x="0" y="1404"/>
                  </a:lnTo>
                  <a:lnTo>
                    <a:pt x="276" y="1680"/>
                  </a:lnTo>
                  <a:lnTo>
                    <a:pt x="1680" y="276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23"/>
            <p:cNvSpPr/>
            <p:nvPr/>
          </p:nvSpPr>
          <p:spPr>
            <a:xfrm>
              <a:off x="5620933" y="1537943"/>
              <a:ext cx="101990" cy="2257551"/>
            </a:xfrm>
            <a:custGeom>
              <a:rect b="b" l="l" r="r" t="t"/>
              <a:pathLst>
                <a:path extrusionOk="0" h="24437" w="1104">
                  <a:moveTo>
                    <a:pt x="552" y="0"/>
                  </a:moveTo>
                  <a:cubicBezTo>
                    <a:pt x="251" y="0"/>
                    <a:pt x="1" y="251"/>
                    <a:pt x="1" y="552"/>
                  </a:cubicBezTo>
                  <a:lnTo>
                    <a:pt x="1" y="24436"/>
                  </a:lnTo>
                  <a:lnTo>
                    <a:pt x="1103" y="24436"/>
                  </a:lnTo>
                  <a:lnTo>
                    <a:pt x="1103" y="552"/>
                  </a:lnTo>
                  <a:cubicBezTo>
                    <a:pt x="1103" y="251"/>
                    <a:pt x="853" y="0"/>
                    <a:pt x="5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23"/>
            <p:cNvSpPr/>
            <p:nvPr/>
          </p:nvSpPr>
          <p:spPr>
            <a:xfrm>
              <a:off x="5771424" y="1841235"/>
              <a:ext cx="104300" cy="1954259"/>
            </a:xfrm>
            <a:custGeom>
              <a:rect b="b" l="l" r="r" t="t"/>
              <a:pathLst>
                <a:path extrusionOk="0" h="21154" w="1129">
                  <a:moveTo>
                    <a:pt x="552" y="0"/>
                  </a:moveTo>
                  <a:cubicBezTo>
                    <a:pt x="251" y="0"/>
                    <a:pt x="1" y="251"/>
                    <a:pt x="1" y="577"/>
                  </a:cubicBezTo>
                  <a:lnTo>
                    <a:pt x="1" y="21153"/>
                  </a:lnTo>
                  <a:lnTo>
                    <a:pt x="1129" y="21153"/>
                  </a:lnTo>
                  <a:lnTo>
                    <a:pt x="1129" y="577"/>
                  </a:lnTo>
                  <a:cubicBezTo>
                    <a:pt x="1129" y="251"/>
                    <a:pt x="878" y="0"/>
                    <a:pt x="5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23"/>
            <p:cNvSpPr/>
            <p:nvPr/>
          </p:nvSpPr>
          <p:spPr>
            <a:xfrm>
              <a:off x="5924226" y="1956990"/>
              <a:ext cx="101990" cy="1838504"/>
            </a:xfrm>
            <a:custGeom>
              <a:rect b="b" l="l" r="r" t="t"/>
              <a:pathLst>
                <a:path extrusionOk="0" h="19901" w="1104">
                  <a:moveTo>
                    <a:pt x="552" y="1"/>
                  </a:moveTo>
                  <a:cubicBezTo>
                    <a:pt x="252" y="1"/>
                    <a:pt x="1" y="251"/>
                    <a:pt x="1" y="552"/>
                  </a:cubicBezTo>
                  <a:lnTo>
                    <a:pt x="1" y="19900"/>
                  </a:lnTo>
                  <a:lnTo>
                    <a:pt x="1104" y="19900"/>
                  </a:lnTo>
                  <a:lnTo>
                    <a:pt x="1104" y="552"/>
                  </a:lnTo>
                  <a:cubicBezTo>
                    <a:pt x="1104" y="251"/>
                    <a:pt x="853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23"/>
            <p:cNvSpPr/>
            <p:nvPr/>
          </p:nvSpPr>
          <p:spPr>
            <a:xfrm>
              <a:off x="6077119" y="2373728"/>
              <a:ext cx="101898" cy="1421767"/>
            </a:xfrm>
            <a:custGeom>
              <a:rect b="b" l="l" r="r" t="t"/>
              <a:pathLst>
                <a:path extrusionOk="0" h="15390" w="1103">
                  <a:moveTo>
                    <a:pt x="551" y="1"/>
                  </a:moveTo>
                  <a:cubicBezTo>
                    <a:pt x="251" y="1"/>
                    <a:pt x="0" y="251"/>
                    <a:pt x="0" y="552"/>
                  </a:cubicBezTo>
                  <a:lnTo>
                    <a:pt x="0" y="15389"/>
                  </a:lnTo>
                  <a:lnTo>
                    <a:pt x="1103" y="15389"/>
                  </a:lnTo>
                  <a:lnTo>
                    <a:pt x="1103" y="552"/>
                  </a:lnTo>
                  <a:cubicBezTo>
                    <a:pt x="1103" y="251"/>
                    <a:pt x="852" y="1"/>
                    <a:pt x="5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23"/>
            <p:cNvSpPr/>
            <p:nvPr/>
          </p:nvSpPr>
          <p:spPr>
            <a:xfrm>
              <a:off x="6227611" y="2146836"/>
              <a:ext cx="104207" cy="1648658"/>
            </a:xfrm>
            <a:custGeom>
              <a:rect b="b" l="l" r="r" t="t"/>
              <a:pathLst>
                <a:path extrusionOk="0" h="17846" w="1128">
                  <a:moveTo>
                    <a:pt x="552" y="1"/>
                  </a:moveTo>
                  <a:cubicBezTo>
                    <a:pt x="251" y="1"/>
                    <a:pt x="0" y="251"/>
                    <a:pt x="0" y="552"/>
                  </a:cubicBezTo>
                  <a:lnTo>
                    <a:pt x="0" y="17845"/>
                  </a:lnTo>
                  <a:lnTo>
                    <a:pt x="1128" y="17845"/>
                  </a:lnTo>
                  <a:lnTo>
                    <a:pt x="1128" y="552"/>
                  </a:lnTo>
                  <a:cubicBezTo>
                    <a:pt x="1128" y="251"/>
                    <a:pt x="877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23"/>
            <p:cNvSpPr/>
            <p:nvPr/>
          </p:nvSpPr>
          <p:spPr>
            <a:xfrm>
              <a:off x="6380412" y="1841235"/>
              <a:ext cx="101990" cy="1954259"/>
            </a:xfrm>
            <a:custGeom>
              <a:rect b="b" l="l" r="r" t="t"/>
              <a:pathLst>
                <a:path extrusionOk="0" h="21154" w="1104">
                  <a:moveTo>
                    <a:pt x="552" y="0"/>
                  </a:moveTo>
                  <a:cubicBezTo>
                    <a:pt x="251" y="0"/>
                    <a:pt x="0" y="251"/>
                    <a:pt x="0" y="577"/>
                  </a:cubicBezTo>
                  <a:lnTo>
                    <a:pt x="0" y="21153"/>
                  </a:lnTo>
                  <a:lnTo>
                    <a:pt x="1103" y="21153"/>
                  </a:lnTo>
                  <a:lnTo>
                    <a:pt x="1103" y="577"/>
                  </a:lnTo>
                  <a:cubicBezTo>
                    <a:pt x="1103" y="251"/>
                    <a:pt x="852" y="0"/>
                    <a:pt x="5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23"/>
            <p:cNvSpPr/>
            <p:nvPr/>
          </p:nvSpPr>
          <p:spPr>
            <a:xfrm>
              <a:off x="6533213" y="1537943"/>
              <a:ext cx="101990" cy="2257551"/>
            </a:xfrm>
            <a:custGeom>
              <a:rect b="b" l="l" r="r" t="t"/>
              <a:pathLst>
                <a:path extrusionOk="0" h="24437" w="1104">
                  <a:moveTo>
                    <a:pt x="552" y="0"/>
                  </a:moveTo>
                  <a:cubicBezTo>
                    <a:pt x="251" y="0"/>
                    <a:pt x="0" y="251"/>
                    <a:pt x="0" y="552"/>
                  </a:cubicBezTo>
                  <a:lnTo>
                    <a:pt x="0" y="24436"/>
                  </a:lnTo>
                  <a:lnTo>
                    <a:pt x="1103" y="24436"/>
                  </a:lnTo>
                  <a:lnTo>
                    <a:pt x="1103" y="552"/>
                  </a:lnTo>
                  <a:cubicBezTo>
                    <a:pt x="1103" y="251"/>
                    <a:pt x="853" y="0"/>
                    <a:pt x="5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23"/>
            <p:cNvSpPr/>
            <p:nvPr/>
          </p:nvSpPr>
          <p:spPr>
            <a:xfrm>
              <a:off x="6683705" y="2563666"/>
              <a:ext cx="104300" cy="1231828"/>
            </a:xfrm>
            <a:custGeom>
              <a:rect b="b" l="l" r="r" t="t"/>
              <a:pathLst>
                <a:path extrusionOk="0" h="13334" w="1129">
                  <a:moveTo>
                    <a:pt x="577" y="0"/>
                  </a:moveTo>
                  <a:cubicBezTo>
                    <a:pt x="251" y="0"/>
                    <a:pt x="1" y="251"/>
                    <a:pt x="1" y="576"/>
                  </a:cubicBezTo>
                  <a:lnTo>
                    <a:pt x="1" y="13333"/>
                  </a:lnTo>
                  <a:lnTo>
                    <a:pt x="1128" y="13333"/>
                  </a:lnTo>
                  <a:lnTo>
                    <a:pt x="1128" y="576"/>
                  </a:lnTo>
                  <a:cubicBezTo>
                    <a:pt x="1128" y="251"/>
                    <a:pt x="878" y="0"/>
                    <a:pt x="5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23"/>
            <p:cNvSpPr/>
            <p:nvPr/>
          </p:nvSpPr>
          <p:spPr>
            <a:xfrm>
              <a:off x="6836506" y="2413083"/>
              <a:ext cx="101990" cy="1382412"/>
            </a:xfrm>
            <a:custGeom>
              <a:rect b="b" l="l" r="r" t="t"/>
              <a:pathLst>
                <a:path extrusionOk="0" h="14964" w="1104">
                  <a:moveTo>
                    <a:pt x="552" y="1"/>
                  </a:moveTo>
                  <a:cubicBezTo>
                    <a:pt x="251" y="1"/>
                    <a:pt x="1" y="252"/>
                    <a:pt x="1" y="552"/>
                  </a:cubicBezTo>
                  <a:lnTo>
                    <a:pt x="1" y="14963"/>
                  </a:lnTo>
                  <a:lnTo>
                    <a:pt x="1103" y="14963"/>
                  </a:lnTo>
                  <a:lnTo>
                    <a:pt x="1103" y="552"/>
                  </a:lnTo>
                  <a:cubicBezTo>
                    <a:pt x="1103" y="252"/>
                    <a:pt x="853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23"/>
            <p:cNvSpPr/>
            <p:nvPr/>
          </p:nvSpPr>
          <p:spPr>
            <a:xfrm>
              <a:off x="6989307" y="2107481"/>
              <a:ext cx="101990" cy="1688013"/>
            </a:xfrm>
            <a:custGeom>
              <a:rect b="b" l="l" r="r" t="t"/>
              <a:pathLst>
                <a:path extrusionOk="0" h="18272" w="1104">
                  <a:moveTo>
                    <a:pt x="552" y="1"/>
                  </a:moveTo>
                  <a:cubicBezTo>
                    <a:pt x="251" y="1"/>
                    <a:pt x="1" y="251"/>
                    <a:pt x="1" y="577"/>
                  </a:cubicBezTo>
                  <a:lnTo>
                    <a:pt x="1" y="18271"/>
                  </a:lnTo>
                  <a:lnTo>
                    <a:pt x="1104" y="18271"/>
                  </a:lnTo>
                  <a:lnTo>
                    <a:pt x="1104" y="577"/>
                  </a:lnTo>
                  <a:cubicBezTo>
                    <a:pt x="1104" y="251"/>
                    <a:pt x="853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23"/>
            <p:cNvSpPr/>
            <p:nvPr/>
          </p:nvSpPr>
          <p:spPr>
            <a:xfrm>
              <a:off x="7139799" y="1537943"/>
              <a:ext cx="104300" cy="2257551"/>
            </a:xfrm>
            <a:custGeom>
              <a:rect b="b" l="l" r="r" t="t"/>
              <a:pathLst>
                <a:path extrusionOk="0" h="24437" w="1129">
                  <a:moveTo>
                    <a:pt x="577" y="0"/>
                  </a:moveTo>
                  <a:cubicBezTo>
                    <a:pt x="252" y="0"/>
                    <a:pt x="1" y="251"/>
                    <a:pt x="1" y="552"/>
                  </a:cubicBezTo>
                  <a:lnTo>
                    <a:pt x="1" y="24436"/>
                  </a:lnTo>
                  <a:lnTo>
                    <a:pt x="1129" y="24436"/>
                  </a:lnTo>
                  <a:lnTo>
                    <a:pt x="1129" y="552"/>
                  </a:lnTo>
                  <a:cubicBezTo>
                    <a:pt x="1129" y="251"/>
                    <a:pt x="878" y="0"/>
                    <a:pt x="5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23"/>
            <p:cNvSpPr/>
            <p:nvPr/>
          </p:nvSpPr>
          <p:spPr>
            <a:xfrm>
              <a:off x="7292692" y="1841235"/>
              <a:ext cx="101898" cy="1954259"/>
            </a:xfrm>
            <a:custGeom>
              <a:rect b="b" l="l" r="r" t="t"/>
              <a:pathLst>
                <a:path extrusionOk="0" h="21154" w="1103">
                  <a:moveTo>
                    <a:pt x="551" y="0"/>
                  </a:moveTo>
                  <a:cubicBezTo>
                    <a:pt x="251" y="0"/>
                    <a:pt x="0" y="251"/>
                    <a:pt x="0" y="577"/>
                  </a:cubicBezTo>
                  <a:lnTo>
                    <a:pt x="0" y="21153"/>
                  </a:lnTo>
                  <a:lnTo>
                    <a:pt x="1103" y="21153"/>
                  </a:lnTo>
                  <a:lnTo>
                    <a:pt x="1103" y="577"/>
                  </a:lnTo>
                  <a:cubicBezTo>
                    <a:pt x="1103" y="251"/>
                    <a:pt x="852" y="0"/>
                    <a:pt x="5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23"/>
            <p:cNvSpPr/>
            <p:nvPr/>
          </p:nvSpPr>
          <p:spPr>
            <a:xfrm>
              <a:off x="7445493" y="2107481"/>
              <a:ext cx="101898" cy="1688013"/>
            </a:xfrm>
            <a:custGeom>
              <a:rect b="b" l="l" r="r" t="t"/>
              <a:pathLst>
                <a:path extrusionOk="0" h="18272" w="1103">
                  <a:moveTo>
                    <a:pt x="552" y="1"/>
                  </a:moveTo>
                  <a:cubicBezTo>
                    <a:pt x="251" y="1"/>
                    <a:pt x="0" y="251"/>
                    <a:pt x="0" y="577"/>
                  </a:cubicBezTo>
                  <a:lnTo>
                    <a:pt x="0" y="18271"/>
                  </a:lnTo>
                  <a:lnTo>
                    <a:pt x="1103" y="18271"/>
                  </a:lnTo>
                  <a:lnTo>
                    <a:pt x="1103" y="577"/>
                  </a:lnTo>
                  <a:cubicBezTo>
                    <a:pt x="1103" y="251"/>
                    <a:pt x="852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23"/>
            <p:cNvSpPr/>
            <p:nvPr/>
          </p:nvSpPr>
          <p:spPr>
            <a:xfrm>
              <a:off x="7595985" y="2336683"/>
              <a:ext cx="104300" cy="1458812"/>
            </a:xfrm>
            <a:custGeom>
              <a:rect b="b" l="l" r="r" t="t"/>
              <a:pathLst>
                <a:path extrusionOk="0" h="15791" w="1129">
                  <a:moveTo>
                    <a:pt x="577" y="1"/>
                  </a:moveTo>
                  <a:cubicBezTo>
                    <a:pt x="251" y="1"/>
                    <a:pt x="0" y="251"/>
                    <a:pt x="0" y="552"/>
                  </a:cubicBezTo>
                  <a:lnTo>
                    <a:pt x="0" y="15790"/>
                  </a:lnTo>
                  <a:lnTo>
                    <a:pt x="1128" y="15790"/>
                  </a:lnTo>
                  <a:lnTo>
                    <a:pt x="1128" y="552"/>
                  </a:lnTo>
                  <a:cubicBezTo>
                    <a:pt x="1128" y="251"/>
                    <a:pt x="877" y="1"/>
                    <a:pt x="5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23"/>
            <p:cNvSpPr/>
            <p:nvPr/>
          </p:nvSpPr>
          <p:spPr>
            <a:xfrm>
              <a:off x="7748786" y="2146836"/>
              <a:ext cx="101990" cy="1648658"/>
            </a:xfrm>
            <a:custGeom>
              <a:rect b="b" l="l" r="r" t="t"/>
              <a:pathLst>
                <a:path extrusionOk="0" h="17846" w="1104">
                  <a:moveTo>
                    <a:pt x="552" y="1"/>
                  </a:moveTo>
                  <a:cubicBezTo>
                    <a:pt x="251" y="1"/>
                    <a:pt x="0" y="251"/>
                    <a:pt x="0" y="552"/>
                  </a:cubicBezTo>
                  <a:lnTo>
                    <a:pt x="0" y="17845"/>
                  </a:lnTo>
                  <a:lnTo>
                    <a:pt x="1103" y="17845"/>
                  </a:lnTo>
                  <a:lnTo>
                    <a:pt x="1103" y="552"/>
                  </a:lnTo>
                  <a:cubicBezTo>
                    <a:pt x="1103" y="251"/>
                    <a:pt x="853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23"/>
            <p:cNvSpPr/>
            <p:nvPr/>
          </p:nvSpPr>
          <p:spPr>
            <a:xfrm>
              <a:off x="7901587" y="1917635"/>
              <a:ext cx="101990" cy="1877859"/>
            </a:xfrm>
            <a:custGeom>
              <a:rect b="b" l="l" r="r" t="t"/>
              <a:pathLst>
                <a:path extrusionOk="0" h="20327" w="1104">
                  <a:moveTo>
                    <a:pt x="552" y="0"/>
                  </a:moveTo>
                  <a:cubicBezTo>
                    <a:pt x="251" y="0"/>
                    <a:pt x="1" y="251"/>
                    <a:pt x="1" y="552"/>
                  </a:cubicBezTo>
                  <a:lnTo>
                    <a:pt x="1" y="20326"/>
                  </a:lnTo>
                  <a:lnTo>
                    <a:pt x="1103" y="20326"/>
                  </a:lnTo>
                  <a:lnTo>
                    <a:pt x="1103" y="552"/>
                  </a:lnTo>
                  <a:cubicBezTo>
                    <a:pt x="1103" y="251"/>
                    <a:pt x="853" y="0"/>
                    <a:pt x="5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23"/>
            <p:cNvSpPr/>
            <p:nvPr/>
          </p:nvSpPr>
          <p:spPr>
            <a:xfrm>
              <a:off x="5363924" y="2751203"/>
              <a:ext cx="157605" cy="157512"/>
            </a:xfrm>
            <a:custGeom>
              <a:rect b="b" l="l" r="r" t="t"/>
              <a:pathLst>
                <a:path extrusionOk="0" h="1705" w="1706">
                  <a:moveTo>
                    <a:pt x="276" y="0"/>
                  </a:moveTo>
                  <a:lnTo>
                    <a:pt x="1" y="301"/>
                  </a:lnTo>
                  <a:lnTo>
                    <a:pt x="1429" y="1704"/>
                  </a:lnTo>
                  <a:lnTo>
                    <a:pt x="1705" y="1404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23"/>
            <p:cNvSpPr/>
            <p:nvPr/>
          </p:nvSpPr>
          <p:spPr>
            <a:xfrm>
              <a:off x="5363924" y="2751203"/>
              <a:ext cx="157605" cy="157512"/>
            </a:xfrm>
            <a:custGeom>
              <a:rect b="b" l="l" r="r" t="t"/>
              <a:pathLst>
                <a:path extrusionOk="0" h="1705" w="1706">
                  <a:moveTo>
                    <a:pt x="1404" y="0"/>
                  </a:moveTo>
                  <a:lnTo>
                    <a:pt x="1" y="1404"/>
                  </a:lnTo>
                  <a:lnTo>
                    <a:pt x="302" y="1704"/>
                  </a:lnTo>
                  <a:lnTo>
                    <a:pt x="1705" y="301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23"/>
            <p:cNvSpPr/>
            <p:nvPr/>
          </p:nvSpPr>
          <p:spPr>
            <a:xfrm>
              <a:off x="5560792" y="3299846"/>
              <a:ext cx="3128071" cy="526211"/>
            </a:xfrm>
            <a:custGeom>
              <a:rect b="b" l="l" r="r" t="t"/>
              <a:pathLst>
                <a:path extrusionOk="0" h="5696" w="33860">
                  <a:moveTo>
                    <a:pt x="16024" y="1"/>
                  </a:moveTo>
                  <a:cubicBezTo>
                    <a:pt x="14503" y="1"/>
                    <a:pt x="13074" y="526"/>
                    <a:pt x="12080" y="1109"/>
                  </a:cubicBezTo>
                  <a:cubicBezTo>
                    <a:pt x="10805" y="1851"/>
                    <a:pt x="9601" y="3129"/>
                    <a:pt x="7844" y="3129"/>
                  </a:cubicBezTo>
                  <a:cubicBezTo>
                    <a:pt x="7288" y="3129"/>
                    <a:pt x="6677" y="3001"/>
                    <a:pt x="5990" y="2688"/>
                  </a:cubicBezTo>
                  <a:cubicBezTo>
                    <a:pt x="5615" y="2516"/>
                    <a:pt x="5235" y="2442"/>
                    <a:pt x="4858" y="2442"/>
                  </a:cubicBezTo>
                  <a:cubicBezTo>
                    <a:pt x="2364" y="2442"/>
                    <a:pt x="0" y="5695"/>
                    <a:pt x="0" y="5695"/>
                  </a:cubicBezTo>
                  <a:lnTo>
                    <a:pt x="33860" y="5695"/>
                  </a:lnTo>
                  <a:cubicBezTo>
                    <a:pt x="32762" y="2945"/>
                    <a:pt x="30793" y="2179"/>
                    <a:pt x="28930" y="2179"/>
                  </a:cubicBezTo>
                  <a:cubicBezTo>
                    <a:pt x="27348" y="2179"/>
                    <a:pt x="25842" y="2732"/>
                    <a:pt x="25013" y="3089"/>
                  </a:cubicBezTo>
                  <a:cubicBezTo>
                    <a:pt x="24550" y="3285"/>
                    <a:pt x="24138" y="3379"/>
                    <a:pt x="23737" y="3379"/>
                  </a:cubicBezTo>
                  <a:cubicBezTo>
                    <a:pt x="22552" y="3379"/>
                    <a:pt x="21472" y="2557"/>
                    <a:pt x="19524" y="1134"/>
                  </a:cubicBezTo>
                  <a:cubicBezTo>
                    <a:pt x="18405" y="308"/>
                    <a:pt x="17188" y="1"/>
                    <a:pt x="160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23"/>
            <p:cNvSpPr/>
            <p:nvPr/>
          </p:nvSpPr>
          <p:spPr>
            <a:xfrm>
              <a:off x="5185625" y="2822984"/>
              <a:ext cx="3230062" cy="956251"/>
            </a:xfrm>
            <a:custGeom>
              <a:rect b="b" l="l" r="r" t="t"/>
              <a:pathLst>
                <a:path extrusionOk="0" h="10351" w="34964">
                  <a:moveTo>
                    <a:pt x="12232" y="0"/>
                  </a:moveTo>
                  <a:cubicBezTo>
                    <a:pt x="11530" y="25"/>
                    <a:pt x="10803" y="551"/>
                    <a:pt x="10076" y="1554"/>
                  </a:cubicBezTo>
                  <a:cubicBezTo>
                    <a:pt x="9024" y="2957"/>
                    <a:pt x="7520" y="3684"/>
                    <a:pt x="5665" y="3684"/>
                  </a:cubicBezTo>
                  <a:cubicBezTo>
                    <a:pt x="4061" y="3684"/>
                    <a:pt x="2783" y="4186"/>
                    <a:pt x="1856" y="5163"/>
                  </a:cubicBezTo>
                  <a:cubicBezTo>
                    <a:pt x="1" y="7118"/>
                    <a:pt x="101" y="10226"/>
                    <a:pt x="126" y="10351"/>
                  </a:cubicBezTo>
                  <a:lnTo>
                    <a:pt x="527" y="10326"/>
                  </a:lnTo>
                  <a:cubicBezTo>
                    <a:pt x="527" y="10301"/>
                    <a:pt x="427" y="7268"/>
                    <a:pt x="2156" y="5464"/>
                  </a:cubicBezTo>
                  <a:cubicBezTo>
                    <a:pt x="3008" y="4561"/>
                    <a:pt x="4186" y="4110"/>
                    <a:pt x="5665" y="4110"/>
                  </a:cubicBezTo>
                  <a:cubicBezTo>
                    <a:pt x="7670" y="4110"/>
                    <a:pt x="9249" y="3333"/>
                    <a:pt x="10402" y="1780"/>
                  </a:cubicBezTo>
                  <a:cubicBezTo>
                    <a:pt x="11054" y="902"/>
                    <a:pt x="11680" y="426"/>
                    <a:pt x="12257" y="426"/>
                  </a:cubicBezTo>
                  <a:cubicBezTo>
                    <a:pt x="12683" y="426"/>
                    <a:pt x="13084" y="627"/>
                    <a:pt x="13485" y="1103"/>
                  </a:cubicBezTo>
                  <a:cubicBezTo>
                    <a:pt x="13861" y="1554"/>
                    <a:pt x="14111" y="2055"/>
                    <a:pt x="14337" y="2506"/>
                  </a:cubicBezTo>
                  <a:cubicBezTo>
                    <a:pt x="14713" y="3233"/>
                    <a:pt x="15064" y="3935"/>
                    <a:pt x="15916" y="4085"/>
                  </a:cubicBezTo>
                  <a:cubicBezTo>
                    <a:pt x="15974" y="4097"/>
                    <a:pt x="16031" y="4103"/>
                    <a:pt x="16088" y="4103"/>
                  </a:cubicBezTo>
                  <a:cubicBezTo>
                    <a:pt x="16739" y="4103"/>
                    <a:pt x="17294" y="3338"/>
                    <a:pt x="17871" y="2531"/>
                  </a:cubicBezTo>
                  <a:cubicBezTo>
                    <a:pt x="18439" y="1741"/>
                    <a:pt x="19007" y="902"/>
                    <a:pt x="19623" y="902"/>
                  </a:cubicBezTo>
                  <a:cubicBezTo>
                    <a:pt x="19632" y="902"/>
                    <a:pt x="19641" y="902"/>
                    <a:pt x="19650" y="902"/>
                  </a:cubicBezTo>
                  <a:cubicBezTo>
                    <a:pt x="20277" y="927"/>
                    <a:pt x="20803" y="1629"/>
                    <a:pt x="21354" y="2381"/>
                  </a:cubicBezTo>
                  <a:cubicBezTo>
                    <a:pt x="21981" y="3208"/>
                    <a:pt x="22633" y="4085"/>
                    <a:pt x="23535" y="4110"/>
                  </a:cubicBezTo>
                  <a:cubicBezTo>
                    <a:pt x="24136" y="4110"/>
                    <a:pt x="24613" y="3885"/>
                    <a:pt x="25064" y="3659"/>
                  </a:cubicBezTo>
                  <a:cubicBezTo>
                    <a:pt x="25458" y="3475"/>
                    <a:pt x="25828" y="3302"/>
                    <a:pt x="26242" y="3302"/>
                  </a:cubicBezTo>
                  <a:cubicBezTo>
                    <a:pt x="26670" y="3302"/>
                    <a:pt x="27146" y="3487"/>
                    <a:pt x="27745" y="4035"/>
                  </a:cubicBezTo>
                  <a:cubicBezTo>
                    <a:pt x="28472" y="4712"/>
                    <a:pt x="28773" y="5288"/>
                    <a:pt x="29049" y="5790"/>
                  </a:cubicBezTo>
                  <a:cubicBezTo>
                    <a:pt x="29500" y="6642"/>
                    <a:pt x="29851" y="7293"/>
                    <a:pt x="31806" y="7569"/>
                  </a:cubicBezTo>
                  <a:cubicBezTo>
                    <a:pt x="34512" y="7945"/>
                    <a:pt x="34312" y="10150"/>
                    <a:pt x="34287" y="10251"/>
                  </a:cubicBezTo>
                  <a:lnTo>
                    <a:pt x="34713" y="10276"/>
                  </a:lnTo>
                  <a:cubicBezTo>
                    <a:pt x="34713" y="10251"/>
                    <a:pt x="34964" y="7594"/>
                    <a:pt x="31856" y="7168"/>
                  </a:cubicBezTo>
                  <a:cubicBezTo>
                    <a:pt x="30126" y="6917"/>
                    <a:pt x="29851" y="6416"/>
                    <a:pt x="29400" y="5589"/>
                  </a:cubicBezTo>
                  <a:cubicBezTo>
                    <a:pt x="29149" y="5088"/>
                    <a:pt x="28798" y="4461"/>
                    <a:pt x="28021" y="3734"/>
                  </a:cubicBezTo>
                  <a:cubicBezTo>
                    <a:pt x="27327" y="3091"/>
                    <a:pt x="26760" y="2879"/>
                    <a:pt x="26255" y="2879"/>
                  </a:cubicBezTo>
                  <a:cubicBezTo>
                    <a:pt x="25759" y="2879"/>
                    <a:pt x="25324" y="3084"/>
                    <a:pt x="24888" y="3283"/>
                  </a:cubicBezTo>
                  <a:cubicBezTo>
                    <a:pt x="24486" y="3496"/>
                    <a:pt x="24107" y="3686"/>
                    <a:pt x="23645" y="3686"/>
                  </a:cubicBezTo>
                  <a:cubicBezTo>
                    <a:pt x="23617" y="3686"/>
                    <a:pt x="23589" y="3686"/>
                    <a:pt x="23560" y="3684"/>
                  </a:cubicBezTo>
                  <a:cubicBezTo>
                    <a:pt x="22858" y="3684"/>
                    <a:pt x="22257" y="2882"/>
                    <a:pt x="21680" y="2130"/>
                  </a:cubicBezTo>
                  <a:cubicBezTo>
                    <a:pt x="21104" y="1353"/>
                    <a:pt x="20477" y="526"/>
                    <a:pt x="19675" y="501"/>
                  </a:cubicBezTo>
                  <a:cubicBezTo>
                    <a:pt x="19653" y="500"/>
                    <a:pt x="19631" y="499"/>
                    <a:pt x="19609" y="499"/>
                  </a:cubicBezTo>
                  <a:cubicBezTo>
                    <a:pt x="18789" y="499"/>
                    <a:pt x="18155" y="1402"/>
                    <a:pt x="17520" y="2281"/>
                  </a:cubicBezTo>
                  <a:cubicBezTo>
                    <a:pt x="17049" y="2987"/>
                    <a:pt x="16534" y="3693"/>
                    <a:pt x="16078" y="3693"/>
                  </a:cubicBezTo>
                  <a:cubicBezTo>
                    <a:pt x="16049" y="3693"/>
                    <a:pt x="16020" y="3690"/>
                    <a:pt x="15991" y="3684"/>
                  </a:cubicBezTo>
                  <a:cubicBezTo>
                    <a:pt x="15339" y="3559"/>
                    <a:pt x="15089" y="3033"/>
                    <a:pt x="14713" y="2306"/>
                  </a:cubicBezTo>
                  <a:cubicBezTo>
                    <a:pt x="14487" y="1855"/>
                    <a:pt x="14212" y="1328"/>
                    <a:pt x="13811" y="852"/>
                  </a:cubicBezTo>
                  <a:cubicBezTo>
                    <a:pt x="13309" y="276"/>
                    <a:pt x="12783" y="0"/>
                    <a:pt x="122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23"/>
            <p:cNvSpPr/>
            <p:nvPr/>
          </p:nvSpPr>
          <p:spPr>
            <a:xfrm>
              <a:off x="8593904" y="2193120"/>
              <a:ext cx="127395" cy="766498"/>
            </a:xfrm>
            <a:custGeom>
              <a:rect b="b" l="l" r="r" t="t"/>
              <a:pathLst>
                <a:path extrusionOk="0" h="8297" w="1379">
                  <a:moveTo>
                    <a:pt x="1203" y="1"/>
                  </a:moveTo>
                  <a:lnTo>
                    <a:pt x="426" y="678"/>
                  </a:lnTo>
                  <a:cubicBezTo>
                    <a:pt x="101" y="953"/>
                    <a:pt x="76" y="1455"/>
                    <a:pt x="351" y="1805"/>
                  </a:cubicBezTo>
                  <a:lnTo>
                    <a:pt x="903" y="2407"/>
                  </a:lnTo>
                  <a:cubicBezTo>
                    <a:pt x="1003" y="2532"/>
                    <a:pt x="1053" y="2683"/>
                    <a:pt x="1028" y="2833"/>
                  </a:cubicBezTo>
                  <a:cubicBezTo>
                    <a:pt x="1028" y="2958"/>
                    <a:pt x="953" y="3109"/>
                    <a:pt x="852" y="3209"/>
                  </a:cubicBezTo>
                  <a:lnTo>
                    <a:pt x="326" y="3660"/>
                  </a:lnTo>
                  <a:cubicBezTo>
                    <a:pt x="176" y="3785"/>
                    <a:pt x="76" y="3986"/>
                    <a:pt x="50" y="4212"/>
                  </a:cubicBezTo>
                  <a:cubicBezTo>
                    <a:pt x="50" y="4412"/>
                    <a:pt x="101" y="4638"/>
                    <a:pt x="251" y="4788"/>
                  </a:cubicBezTo>
                  <a:lnTo>
                    <a:pt x="752" y="5339"/>
                  </a:lnTo>
                  <a:cubicBezTo>
                    <a:pt x="852" y="5440"/>
                    <a:pt x="903" y="5590"/>
                    <a:pt x="878" y="5765"/>
                  </a:cubicBezTo>
                  <a:cubicBezTo>
                    <a:pt x="878" y="5916"/>
                    <a:pt x="802" y="6041"/>
                    <a:pt x="677" y="6141"/>
                  </a:cubicBezTo>
                  <a:lnTo>
                    <a:pt x="326" y="6417"/>
                  </a:lnTo>
                  <a:cubicBezTo>
                    <a:pt x="126" y="6567"/>
                    <a:pt x="25" y="6768"/>
                    <a:pt x="0" y="7019"/>
                  </a:cubicBezTo>
                  <a:cubicBezTo>
                    <a:pt x="0" y="7244"/>
                    <a:pt x="101" y="7470"/>
                    <a:pt x="251" y="7620"/>
                  </a:cubicBezTo>
                  <a:lnTo>
                    <a:pt x="953" y="8297"/>
                  </a:lnTo>
                  <a:lnTo>
                    <a:pt x="1128" y="8121"/>
                  </a:lnTo>
                  <a:lnTo>
                    <a:pt x="426" y="7445"/>
                  </a:lnTo>
                  <a:cubicBezTo>
                    <a:pt x="301" y="7344"/>
                    <a:pt x="251" y="7194"/>
                    <a:pt x="251" y="7019"/>
                  </a:cubicBezTo>
                  <a:cubicBezTo>
                    <a:pt x="251" y="6868"/>
                    <a:pt x="326" y="6718"/>
                    <a:pt x="477" y="6618"/>
                  </a:cubicBezTo>
                  <a:lnTo>
                    <a:pt x="827" y="6342"/>
                  </a:lnTo>
                  <a:cubicBezTo>
                    <a:pt x="1003" y="6191"/>
                    <a:pt x="1103" y="5991"/>
                    <a:pt x="1128" y="5765"/>
                  </a:cubicBezTo>
                  <a:cubicBezTo>
                    <a:pt x="1153" y="5540"/>
                    <a:pt x="1078" y="5339"/>
                    <a:pt x="928" y="5164"/>
                  </a:cubicBezTo>
                  <a:lnTo>
                    <a:pt x="426" y="4638"/>
                  </a:lnTo>
                  <a:cubicBezTo>
                    <a:pt x="326" y="4512"/>
                    <a:pt x="276" y="4362"/>
                    <a:pt x="301" y="4212"/>
                  </a:cubicBezTo>
                  <a:cubicBezTo>
                    <a:pt x="301" y="4061"/>
                    <a:pt x="376" y="3936"/>
                    <a:pt x="477" y="3836"/>
                  </a:cubicBezTo>
                  <a:lnTo>
                    <a:pt x="1003" y="3384"/>
                  </a:lnTo>
                  <a:cubicBezTo>
                    <a:pt x="1153" y="3259"/>
                    <a:pt x="1253" y="3059"/>
                    <a:pt x="1279" y="2833"/>
                  </a:cubicBezTo>
                  <a:cubicBezTo>
                    <a:pt x="1304" y="2633"/>
                    <a:pt x="1228" y="2432"/>
                    <a:pt x="1078" y="2257"/>
                  </a:cubicBezTo>
                  <a:lnTo>
                    <a:pt x="552" y="1630"/>
                  </a:lnTo>
                  <a:cubicBezTo>
                    <a:pt x="351" y="1404"/>
                    <a:pt x="376" y="1054"/>
                    <a:pt x="602" y="853"/>
                  </a:cubicBezTo>
                  <a:lnTo>
                    <a:pt x="1379" y="176"/>
                  </a:lnTo>
                  <a:lnTo>
                    <a:pt x="1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23"/>
            <p:cNvSpPr/>
            <p:nvPr/>
          </p:nvSpPr>
          <p:spPr>
            <a:xfrm>
              <a:off x="7950181" y="3230484"/>
              <a:ext cx="41849" cy="558083"/>
            </a:xfrm>
            <a:custGeom>
              <a:rect b="b" l="l" r="r" t="t"/>
              <a:pathLst>
                <a:path extrusionOk="0" h="6041" w="453">
                  <a:moveTo>
                    <a:pt x="1" y="0"/>
                  </a:moveTo>
                  <a:lnTo>
                    <a:pt x="1" y="6040"/>
                  </a:lnTo>
                  <a:lnTo>
                    <a:pt x="452" y="6040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23"/>
            <p:cNvSpPr/>
            <p:nvPr/>
          </p:nvSpPr>
          <p:spPr>
            <a:xfrm>
              <a:off x="7762643" y="2681731"/>
              <a:ext cx="565104" cy="548844"/>
            </a:xfrm>
            <a:custGeom>
              <a:rect b="b" l="l" r="r" t="t"/>
              <a:pathLst>
                <a:path extrusionOk="0" h="5941" w="6117">
                  <a:moveTo>
                    <a:pt x="1104" y="0"/>
                  </a:moveTo>
                  <a:cubicBezTo>
                    <a:pt x="502" y="0"/>
                    <a:pt x="1" y="451"/>
                    <a:pt x="1" y="1003"/>
                  </a:cubicBezTo>
                  <a:lnTo>
                    <a:pt x="1" y="5940"/>
                  </a:lnTo>
                  <a:lnTo>
                    <a:pt x="6116" y="5940"/>
                  </a:lnTo>
                  <a:lnTo>
                    <a:pt x="6116" y="1003"/>
                  </a:lnTo>
                  <a:cubicBezTo>
                    <a:pt x="6116" y="451"/>
                    <a:pt x="5615" y="0"/>
                    <a:pt x="5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23"/>
            <p:cNvSpPr/>
            <p:nvPr/>
          </p:nvSpPr>
          <p:spPr>
            <a:xfrm>
              <a:off x="7466279" y="3207296"/>
              <a:ext cx="861467" cy="67254"/>
            </a:xfrm>
            <a:custGeom>
              <a:rect b="b" l="l" r="r" t="t"/>
              <a:pathLst>
                <a:path extrusionOk="0" h="728" w="9325">
                  <a:moveTo>
                    <a:pt x="427" y="0"/>
                  </a:moveTo>
                  <a:cubicBezTo>
                    <a:pt x="201" y="0"/>
                    <a:pt x="1" y="151"/>
                    <a:pt x="1" y="351"/>
                  </a:cubicBezTo>
                  <a:cubicBezTo>
                    <a:pt x="1" y="552"/>
                    <a:pt x="201" y="727"/>
                    <a:pt x="427" y="727"/>
                  </a:cubicBezTo>
                  <a:lnTo>
                    <a:pt x="8923" y="727"/>
                  </a:lnTo>
                  <a:cubicBezTo>
                    <a:pt x="9149" y="727"/>
                    <a:pt x="9324" y="552"/>
                    <a:pt x="9324" y="351"/>
                  </a:cubicBezTo>
                  <a:cubicBezTo>
                    <a:pt x="9324" y="151"/>
                    <a:pt x="9149" y="0"/>
                    <a:pt x="89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23"/>
            <p:cNvSpPr/>
            <p:nvPr/>
          </p:nvSpPr>
          <p:spPr>
            <a:xfrm>
              <a:off x="7714050" y="3769906"/>
              <a:ext cx="497849" cy="41757"/>
            </a:xfrm>
            <a:custGeom>
              <a:rect b="b" l="l" r="r" t="t"/>
              <a:pathLst>
                <a:path extrusionOk="0" h="452" w="5389">
                  <a:moveTo>
                    <a:pt x="0" y="1"/>
                  </a:moveTo>
                  <a:lnTo>
                    <a:pt x="0" y="452"/>
                  </a:lnTo>
                  <a:lnTo>
                    <a:pt x="5389" y="452"/>
                  </a:lnTo>
                  <a:lnTo>
                    <a:pt x="5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23"/>
            <p:cNvSpPr/>
            <p:nvPr/>
          </p:nvSpPr>
          <p:spPr>
            <a:xfrm>
              <a:off x="7709523" y="2337052"/>
              <a:ext cx="613512" cy="601225"/>
            </a:xfrm>
            <a:custGeom>
              <a:rect b="b" l="l" r="r" t="t"/>
              <a:pathLst>
                <a:path extrusionOk="0" h="6508" w="6641">
                  <a:moveTo>
                    <a:pt x="3518" y="1"/>
                  </a:moveTo>
                  <a:cubicBezTo>
                    <a:pt x="2751" y="1"/>
                    <a:pt x="1501" y="656"/>
                    <a:pt x="1578" y="2328"/>
                  </a:cubicBezTo>
                  <a:cubicBezTo>
                    <a:pt x="1603" y="3430"/>
                    <a:pt x="1102" y="3481"/>
                    <a:pt x="701" y="4007"/>
                  </a:cubicBezTo>
                  <a:cubicBezTo>
                    <a:pt x="1" y="4966"/>
                    <a:pt x="697" y="6508"/>
                    <a:pt x="2162" y="6508"/>
                  </a:cubicBezTo>
                  <a:cubicBezTo>
                    <a:pt x="2688" y="6508"/>
                    <a:pt x="3314" y="6308"/>
                    <a:pt x="4009" y="5811"/>
                  </a:cubicBezTo>
                  <a:cubicBezTo>
                    <a:pt x="6641" y="3932"/>
                    <a:pt x="5363" y="3882"/>
                    <a:pt x="5438" y="2854"/>
                  </a:cubicBezTo>
                  <a:cubicBezTo>
                    <a:pt x="5438" y="2854"/>
                    <a:pt x="4862" y="2453"/>
                    <a:pt x="4561" y="1826"/>
                  </a:cubicBezTo>
                  <a:cubicBezTo>
                    <a:pt x="4310" y="1275"/>
                    <a:pt x="4335" y="498"/>
                    <a:pt x="4034" y="172"/>
                  </a:cubicBezTo>
                  <a:cubicBezTo>
                    <a:pt x="3941" y="61"/>
                    <a:pt x="3752" y="1"/>
                    <a:pt x="3518" y="1"/>
                  </a:cubicBezTo>
                  <a:close/>
                </a:path>
              </a:pathLst>
            </a:custGeom>
            <a:solidFill>
              <a:srgbClr val="171B34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23"/>
            <p:cNvSpPr/>
            <p:nvPr/>
          </p:nvSpPr>
          <p:spPr>
            <a:xfrm>
              <a:off x="7777702" y="2482555"/>
              <a:ext cx="325464" cy="427454"/>
            </a:xfrm>
            <a:custGeom>
              <a:rect b="b" l="l" r="r" t="t"/>
              <a:pathLst>
                <a:path extrusionOk="0" h="4627" w="3523">
                  <a:moveTo>
                    <a:pt x="2712" y="1"/>
                  </a:moveTo>
                  <a:cubicBezTo>
                    <a:pt x="2605" y="1"/>
                    <a:pt x="1392" y="24"/>
                    <a:pt x="1392" y="1053"/>
                  </a:cubicBezTo>
                  <a:cubicBezTo>
                    <a:pt x="1392" y="1855"/>
                    <a:pt x="966" y="1480"/>
                    <a:pt x="565" y="2081"/>
                  </a:cubicBezTo>
                  <a:cubicBezTo>
                    <a:pt x="0" y="3004"/>
                    <a:pt x="183" y="4627"/>
                    <a:pt x="960" y="4627"/>
                  </a:cubicBezTo>
                  <a:cubicBezTo>
                    <a:pt x="1322" y="4627"/>
                    <a:pt x="1814" y="4274"/>
                    <a:pt x="2419" y="3334"/>
                  </a:cubicBezTo>
                  <a:cubicBezTo>
                    <a:pt x="3447" y="1755"/>
                    <a:pt x="3522" y="1655"/>
                    <a:pt x="3472" y="1053"/>
                  </a:cubicBezTo>
                  <a:lnTo>
                    <a:pt x="2720" y="1"/>
                  </a:lnTo>
                  <a:cubicBezTo>
                    <a:pt x="2720" y="1"/>
                    <a:pt x="2717" y="1"/>
                    <a:pt x="2712" y="1"/>
                  </a:cubicBezTo>
                  <a:close/>
                </a:path>
              </a:pathLst>
            </a:custGeom>
            <a:solidFill>
              <a:srgbClr val="1D1939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23"/>
            <p:cNvSpPr/>
            <p:nvPr/>
          </p:nvSpPr>
          <p:spPr>
            <a:xfrm>
              <a:off x="7742781" y="2648936"/>
              <a:ext cx="353363" cy="416553"/>
            </a:xfrm>
            <a:custGeom>
              <a:rect b="b" l="l" r="r" t="t"/>
              <a:pathLst>
                <a:path extrusionOk="0" h="4509" w="3825">
                  <a:moveTo>
                    <a:pt x="311" y="0"/>
                  </a:moveTo>
                  <a:cubicBezTo>
                    <a:pt x="200" y="0"/>
                    <a:pt x="1" y="284"/>
                    <a:pt x="266" y="2160"/>
                  </a:cubicBezTo>
                  <a:cubicBezTo>
                    <a:pt x="592" y="4215"/>
                    <a:pt x="1243" y="4390"/>
                    <a:pt x="1469" y="4466"/>
                  </a:cubicBezTo>
                  <a:cubicBezTo>
                    <a:pt x="1564" y="4496"/>
                    <a:pt x="1667" y="4509"/>
                    <a:pt x="1774" y="4509"/>
                  </a:cubicBezTo>
                  <a:cubicBezTo>
                    <a:pt x="2651" y="4509"/>
                    <a:pt x="3825" y="3613"/>
                    <a:pt x="3825" y="3613"/>
                  </a:cubicBezTo>
                  <a:lnTo>
                    <a:pt x="2872" y="2410"/>
                  </a:lnTo>
                  <a:cubicBezTo>
                    <a:pt x="2872" y="2410"/>
                    <a:pt x="2171" y="2912"/>
                    <a:pt x="1870" y="3062"/>
                  </a:cubicBezTo>
                  <a:lnTo>
                    <a:pt x="2121" y="2435"/>
                  </a:lnTo>
                  <a:lnTo>
                    <a:pt x="2271" y="1132"/>
                  </a:lnTo>
                  <a:lnTo>
                    <a:pt x="1344" y="1257"/>
                  </a:lnTo>
                  <a:cubicBezTo>
                    <a:pt x="1344" y="1257"/>
                    <a:pt x="1519" y="2711"/>
                    <a:pt x="1218" y="2736"/>
                  </a:cubicBezTo>
                  <a:cubicBezTo>
                    <a:pt x="1211" y="2737"/>
                    <a:pt x="1204" y="2738"/>
                    <a:pt x="1197" y="2738"/>
                  </a:cubicBezTo>
                  <a:cubicBezTo>
                    <a:pt x="808" y="2738"/>
                    <a:pt x="568" y="1401"/>
                    <a:pt x="642" y="1007"/>
                  </a:cubicBezTo>
                  <a:cubicBezTo>
                    <a:pt x="767" y="405"/>
                    <a:pt x="441" y="105"/>
                    <a:pt x="366" y="29"/>
                  </a:cubicBezTo>
                  <a:cubicBezTo>
                    <a:pt x="357" y="15"/>
                    <a:pt x="336" y="0"/>
                    <a:pt x="311" y="0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23"/>
            <p:cNvSpPr/>
            <p:nvPr/>
          </p:nvSpPr>
          <p:spPr>
            <a:xfrm>
              <a:off x="7354219" y="3093111"/>
              <a:ext cx="310313" cy="483530"/>
            </a:xfrm>
            <a:custGeom>
              <a:rect b="b" l="l" r="r" t="t"/>
              <a:pathLst>
                <a:path extrusionOk="0" h="5234" w="3359">
                  <a:moveTo>
                    <a:pt x="2815" y="1"/>
                  </a:moveTo>
                  <a:cubicBezTo>
                    <a:pt x="2618" y="1"/>
                    <a:pt x="2353" y="264"/>
                    <a:pt x="2041" y="911"/>
                  </a:cubicBezTo>
                  <a:cubicBezTo>
                    <a:pt x="1013" y="3041"/>
                    <a:pt x="1665" y="4369"/>
                    <a:pt x="562" y="4795"/>
                  </a:cubicBezTo>
                  <a:cubicBezTo>
                    <a:pt x="437" y="4846"/>
                    <a:pt x="86" y="4795"/>
                    <a:pt x="36" y="4896"/>
                  </a:cubicBezTo>
                  <a:cubicBezTo>
                    <a:pt x="1" y="4984"/>
                    <a:pt x="375" y="5234"/>
                    <a:pt x="758" y="5234"/>
                  </a:cubicBezTo>
                  <a:cubicBezTo>
                    <a:pt x="918" y="5234"/>
                    <a:pt x="1080" y="5190"/>
                    <a:pt x="1214" y="5071"/>
                  </a:cubicBezTo>
                  <a:cubicBezTo>
                    <a:pt x="1214" y="5071"/>
                    <a:pt x="2166" y="4269"/>
                    <a:pt x="2818" y="2715"/>
                  </a:cubicBezTo>
                  <a:cubicBezTo>
                    <a:pt x="3359" y="1388"/>
                    <a:pt x="3268" y="1"/>
                    <a:pt x="2815" y="1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23"/>
            <p:cNvSpPr/>
            <p:nvPr/>
          </p:nvSpPr>
          <p:spPr>
            <a:xfrm>
              <a:off x="7410757" y="2943821"/>
              <a:ext cx="847517" cy="576929"/>
            </a:xfrm>
            <a:custGeom>
              <a:rect b="b" l="l" r="r" t="t"/>
              <a:pathLst>
                <a:path extrusionOk="0" h="6245" w="9174">
                  <a:moveTo>
                    <a:pt x="5398" y="1"/>
                  </a:moveTo>
                  <a:cubicBezTo>
                    <a:pt x="4453" y="1"/>
                    <a:pt x="3312" y="297"/>
                    <a:pt x="2231" y="1148"/>
                  </a:cubicBezTo>
                  <a:cubicBezTo>
                    <a:pt x="0" y="2928"/>
                    <a:pt x="401" y="5935"/>
                    <a:pt x="401" y="5935"/>
                  </a:cubicBezTo>
                  <a:cubicBezTo>
                    <a:pt x="655" y="6189"/>
                    <a:pt x="901" y="6244"/>
                    <a:pt x="1067" y="6244"/>
                  </a:cubicBezTo>
                  <a:cubicBezTo>
                    <a:pt x="1197" y="6244"/>
                    <a:pt x="1278" y="6211"/>
                    <a:pt x="1278" y="6211"/>
                  </a:cubicBezTo>
                  <a:cubicBezTo>
                    <a:pt x="2481" y="4306"/>
                    <a:pt x="2281" y="3554"/>
                    <a:pt x="2807" y="3053"/>
                  </a:cubicBezTo>
                  <a:cubicBezTo>
                    <a:pt x="2901" y="2959"/>
                    <a:pt x="3084" y="2925"/>
                    <a:pt x="3329" y="2925"/>
                  </a:cubicBezTo>
                  <a:cubicBezTo>
                    <a:pt x="3977" y="2925"/>
                    <a:pt x="5056" y="3163"/>
                    <a:pt x="6051" y="3163"/>
                  </a:cubicBezTo>
                  <a:cubicBezTo>
                    <a:pt x="6789" y="3163"/>
                    <a:pt x="7482" y="3033"/>
                    <a:pt x="7920" y="2577"/>
                  </a:cubicBezTo>
                  <a:cubicBezTo>
                    <a:pt x="9173" y="1248"/>
                    <a:pt x="7444" y="697"/>
                    <a:pt x="7444" y="697"/>
                  </a:cubicBezTo>
                  <a:cubicBezTo>
                    <a:pt x="7186" y="336"/>
                    <a:pt x="6402" y="1"/>
                    <a:pt x="53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23"/>
            <p:cNvSpPr/>
            <p:nvPr/>
          </p:nvSpPr>
          <p:spPr>
            <a:xfrm>
              <a:off x="7642269" y="3210806"/>
              <a:ext cx="179037" cy="509120"/>
            </a:xfrm>
            <a:custGeom>
              <a:rect b="b" l="l" r="r" t="t"/>
              <a:pathLst>
                <a:path extrusionOk="0" h="5511" w="1938">
                  <a:moveTo>
                    <a:pt x="1071" y="0"/>
                  </a:moveTo>
                  <a:cubicBezTo>
                    <a:pt x="863" y="0"/>
                    <a:pt x="671" y="315"/>
                    <a:pt x="577" y="1090"/>
                  </a:cubicBezTo>
                  <a:cubicBezTo>
                    <a:pt x="301" y="3371"/>
                    <a:pt x="1329" y="4374"/>
                    <a:pt x="427" y="5125"/>
                  </a:cubicBezTo>
                  <a:cubicBezTo>
                    <a:pt x="326" y="5201"/>
                    <a:pt x="1" y="5276"/>
                    <a:pt x="1" y="5376"/>
                  </a:cubicBezTo>
                  <a:cubicBezTo>
                    <a:pt x="1" y="5437"/>
                    <a:pt x="199" y="5511"/>
                    <a:pt x="437" y="5511"/>
                  </a:cubicBezTo>
                  <a:cubicBezTo>
                    <a:pt x="685" y="5511"/>
                    <a:pt x="975" y="5431"/>
                    <a:pt x="1128" y="5176"/>
                  </a:cubicBezTo>
                  <a:cubicBezTo>
                    <a:pt x="1128" y="5176"/>
                    <a:pt x="1755" y="4123"/>
                    <a:pt x="1855" y="2494"/>
                  </a:cubicBezTo>
                  <a:cubicBezTo>
                    <a:pt x="1938" y="1187"/>
                    <a:pt x="1475" y="0"/>
                    <a:pt x="1071" y="0"/>
                  </a:cubicBezTo>
                  <a:close/>
                </a:path>
              </a:pathLst>
            </a:custGeom>
            <a:solidFill>
              <a:srgbClr val="F35D8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23"/>
            <p:cNvSpPr/>
            <p:nvPr/>
          </p:nvSpPr>
          <p:spPr>
            <a:xfrm>
              <a:off x="7605223" y="2945853"/>
              <a:ext cx="687788" cy="694254"/>
            </a:xfrm>
            <a:custGeom>
              <a:rect b="b" l="l" r="r" t="t"/>
              <a:pathLst>
                <a:path extrusionOk="0" h="7515" w="7445">
                  <a:moveTo>
                    <a:pt x="5634" y="0"/>
                  </a:moveTo>
                  <a:cubicBezTo>
                    <a:pt x="4459" y="0"/>
                    <a:pt x="2302" y="939"/>
                    <a:pt x="928" y="2956"/>
                  </a:cubicBezTo>
                  <a:cubicBezTo>
                    <a:pt x="1" y="4334"/>
                    <a:pt x="1028" y="7392"/>
                    <a:pt x="1028" y="7392"/>
                  </a:cubicBezTo>
                  <a:cubicBezTo>
                    <a:pt x="1204" y="7484"/>
                    <a:pt x="1373" y="7514"/>
                    <a:pt x="1522" y="7514"/>
                  </a:cubicBezTo>
                  <a:cubicBezTo>
                    <a:pt x="1819" y="7514"/>
                    <a:pt x="2031" y="7392"/>
                    <a:pt x="2031" y="7392"/>
                  </a:cubicBezTo>
                  <a:cubicBezTo>
                    <a:pt x="2607" y="5287"/>
                    <a:pt x="2181" y="4660"/>
                    <a:pt x="2532" y="4033"/>
                  </a:cubicBezTo>
                  <a:cubicBezTo>
                    <a:pt x="2883" y="3407"/>
                    <a:pt x="5890" y="3883"/>
                    <a:pt x="6692" y="2304"/>
                  </a:cubicBezTo>
                  <a:cubicBezTo>
                    <a:pt x="7444" y="851"/>
                    <a:pt x="6517" y="199"/>
                    <a:pt x="6041" y="48"/>
                  </a:cubicBezTo>
                  <a:cubicBezTo>
                    <a:pt x="5925" y="17"/>
                    <a:pt x="5787" y="0"/>
                    <a:pt x="56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23"/>
            <p:cNvSpPr/>
            <p:nvPr/>
          </p:nvSpPr>
          <p:spPr>
            <a:xfrm>
              <a:off x="7642269" y="3210806"/>
              <a:ext cx="179037" cy="509120"/>
            </a:xfrm>
            <a:custGeom>
              <a:rect b="b" l="l" r="r" t="t"/>
              <a:pathLst>
                <a:path extrusionOk="0" h="5511" w="1938">
                  <a:moveTo>
                    <a:pt x="1071" y="0"/>
                  </a:moveTo>
                  <a:cubicBezTo>
                    <a:pt x="863" y="0"/>
                    <a:pt x="671" y="315"/>
                    <a:pt x="577" y="1090"/>
                  </a:cubicBezTo>
                  <a:cubicBezTo>
                    <a:pt x="301" y="3371"/>
                    <a:pt x="1329" y="4374"/>
                    <a:pt x="427" y="5125"/>
                  </a:cubicBezTo>
                  <a:cubicBezTo>
                    <a:pt x="326" y="5201"/>
                    <a:pt x="1" y="5276"/>
                    <a:pt x="1" y="5376"/>
                  </a:cubicBezTo>
                  <a:cubicBezTo>
                    <a:pt x="1" y="5437"/>
                    <a:pt x="199" y="5511"/>
                    <a:pt x="437" y="5511"/>
                  </a:cubicBezTo>
                  <a:cubicBezTo>
                    <a:pt x="685" y="5511"/>
                    <a:pt x="975" y="5431"/>
                    <a:pt x="1128" y="5176"/>
                  </a:cubicBezTo>
                  <a:cubicBezTo>
                    <a:pt x="1128" y="5176"/>
                    <a:pt x="1755" y="4123"/>
                    <a:pt x="1855" y="2494"/>
                  </a:cubicBezTo>
                  <a:cubicBezTo>
                    <a:pt x="1938" y="1187"/>
                    <a:pt x="1475" y="0"/>
                    <a:pt x="1071" y="0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23"/>
            <p:cNvSpPr/>
            <p:nvPr/>
          </p:nvSpPr>
          <p:spPr>
            <a:xfrm>
              <a:off x="7605223" y="3136346"/>
              <a:ext cx="257100" cy="503762"/>
            </a:xfrm>
            <a:custGeom>
              <a:rect b="b" l="l" r="r" t="t"/>
              <a:pathLst>
                <a:path extrusionOk="0" h="5453" w="2783">
                  <a:moveTo>
                    <a:pt x="1986" y="0"/>
                  </a:moveTo>
                  <a:cubicBezTo>
                    <a:pt x="1721" y="0"/>
                    <a:pt x="1371" y="243"/>
                    <a:pt x="928" y="894"/>
                  </a:cubicBezTo>
                  <a:cubicBezTo>
                    <a:pt x="1" y="2272"/>
                    <a:pt x="1028" y="5330"/>
                    <a:pt x="1028" y="5330"/>
                  </a:cubicBezTo>
                  <a:cubicBezTo>
                    <a:pt x="1204" y="5422"/>
                    <a:pt x="1373" y="5452"/>
                    <a:pt x="1522" y="5452"/>
                  </a:cubicBezTo>
                  <a:cubicBezTo>
                    <a:pt x="1819" y="5452"/>
                    <a:pt x="2031" y="5330"/>
                    <a:pt x="2031" y="5330"/>
                  </a:cubicBezTo>
                  <a:cubicBezTo>
                    <a:pt x="2607" y="3225"/>
                    <a:pt x="2181" y="2598"/>
                    <a:pt x="2532" y="1971"/>
                  </a:cubicBezTo>
                  <a:cubicBezTo>
                    <a:pt x="2783" y="1524"/>
                    <a:pt x="2649" y="0"/>
                    <a:pt x="19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23"/>
            <p:cNvSpPr/>
            <p:nvPr/>
          </p:nvSpPr>
          <p:spPr>
            <a:xfrm>
              <a:off x="7711741" y="3038236"/>
              <a:ext cx="345049" cy="602149"/>
            </a:xfrm>
            <a:custGeom>
              <a:rect b="b" l="l" r="r" t="t"/>
              <a:pathLst>
                <a:path extrusionOk="0" h="6518" w="3735">
                  <a:moveTo>
                    <a:pt x="3710" y="1"/>
                  </a:moveTo>
                  <a:cubicBezTo>
                    <a:pt x="3685" y="1"/>
                    <a:pt x="777" y="678"/>
                    <a:pt x="276" y="2658"/>
                  </a:cubicBezTo>
                  <a:cubicBezTo>
                    <a:pt x="276" y="2683"/>
                    <a:pt x="0" y="3760"/>
                    <a:pt x="226" y="6517"/>
                  </a:cubicBezTo>
                  <a:lnTo>
                    <a:pt x="301" y="6492"/>
                  </a:lnTo>
                  <a:cubicBezTo>
                    <a:pt x="51" y="3760"/>
                    <a:pt x="326" y="2683"/>
                    <a:pt x="351" y="2683"/>
                  </a:cubicBezTo>
                  <a:cubicBezTo>
                    <a:pt x="827" y="728"/>
                    <a:pt x="3710" y="76"/>
                    <a:pt x="3735" y="51"/>
                  </a:cubicBezTo>
                  <a:lnTo>
                    <a:pt x="37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23"/>
            <p:cNvSpPr/>
            <p:nvPr/>
          </p:nvSpPr>
          <p:spPr>
            <a:xfrm>
              <a:off x="7829806" y="2335389"/>
              <a:ext cx="453136" cy="417292"/>
            </a:xfrm>
            <a:custGeom>
              <a:rect b="b" l="l" r="r" t="t"/>
              <a:pathLst>
                <a:path extrusionOk="0" h="4517" w="4905">
                  <a:moveTo>
                    <a:pt x="2212" y="0"/>
                  </a:moveTo>
                  <a:cubicBezTo>
                    <a:pt x="1755" y="0"/>
                    <a:pt x="1340" y="262"/>
                    <a:pt x="1154" y="491"/>
                  </a:cubicBezTo>
                  <a:cubicBezTo>
                    <a:pt x="527" y="1318"/>
                    <a:pt x="1" y="1844"/>
                    <a:pt x="1204" y="4025"/>
                  </a:cubicBezTo>
                  <a:cubicBezTo>
                    <a:pt x="1399" y="4371"/>
                    <a:pt x="1753" y="4517"/>
                    <a:pt x="2150" y="4517"/>
                  </a:cubicBezTo>
                  <a:cubicBezTo>
                    <a:pt x="3333" y="4517"/>
                    <a:pt x="4905" y="3227"/>
                    <a:pt x="3835" y="2120"/>
                  </a:cubicBezTo>
                  <a:cubicBezTo>
                    <a:pt x="3359" y="1619"/>
                    <a:pt x="3710" y="1193"/>
                    <a:pt x="3234" y="566"/>
                  </a:cubicBezTo>
                  <a:cubicBezTo>
                    <a:pt x="2922" y="147"/>
                    <a:pt x="2555" y="0"/>
                    <a:pt x="2212" y="0"/>
                  </a:cubicBezTo>
                  <a:close/>
                </a:path>
              </a:pathLst>
            </a:custGeom>
            <a:solidFill>
              <a:srgbClr val="171B34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23"/>
            <p:cNvSpPr/>
            <p:nvPr/>
          </p:nvSpPr>
          <p:spPr>
            <a:xfrm>
              <a:off x="7852994" y="2597571"/>
              <a:ext cx="233912" cy="233451"/>
            </a:xfrm>
            <a:custGeom>
              <a:rect b="b" l="l" r="r" t="t"/>
              <a:pathLst>
                <a:path extrusionOk="0" h="2527" w="2532">
                  <a:moveTo>
                    <a:pt x="1524" y="0"/>
                  </a:moveTo>
                  <a:cubicBezTo>
                    <a:pt x="542" y="0"/>
                    <a:pt x="0" y="1864"/>
                    <a:pt x="0" y="1864"/>
                  </a:cubicBezTo>
                  <a:cubicBezTo>
                    <a:pt x="419" y="2447"/>
                    <a:pt x="1117" y="2526"/>
                    <a:pt x="1466" y="2526"/>
                  </a:cubicBezTo>
                  <a:cubicBezTo>
                    <a:pt x="1597" y="2526"/>
                    <a:pt x="1679" y="2515"/>
                    <a:pt x="1679" y="2515"/>
                  </a:cubicBezTo>
                  <a:cubicBezTo>
                    <a:pt x="1679" y="2515"/>
                    <a:pt x="1980" y="2039"/>
                    <a:pt x="2206" y="1463"/>
                  </a:cubicBezTo>
                  <a:cubicBezTo>
                    <a:pt x="2532" y="560"/>
                    <a:pt x="2030" y="109"/>
                    <a:pt x="1755" y="34"/>
                  </a:cubicBezTo>
                  <a:cubicBezTo>
                    <a:pt x="1675" y="11"/>
                    <a:pt x="1599" y="0"/>
                    <a:pt x="15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23"/>
            <p:cNvSpPr/>
            <p:nvPr/>
          </p:nvSpPr>
          <p:spPr>
            <a:xfrm>
              <a:off x="7868329" y="2568008"/>
              <a:ext cx="422373" cy="492306"/>
            </a:xfrm>
            <a:custGeom>
              <a:rect b="b" l="l" r="r" t="t"/>
              <a:pathLst>
                <a:path extrusionOk="0" h="5329" w="4572">
                  <a:moveTo>
                    <a:pt x="2077" y="1"/>
                  </a:moveTo>
                  <a:cubicBezTo>
                    <a:pt x="1472" y="1"/>
                    <a:pt x="805" y="220"/>
                    <a:pt x="536" y="1081"/>
                  </a:cubicBezTo>
                  <a:cubicBezTo>
                    <a:pt x="260" y="1933"/>
                    <a:pt x="361" y="2961"/>
                    <a:pt x="135" y="3988"/>
                  </a:cubicBezTo>
                  <a:cubicBezTo>
                    <a:pt x="1" y="4692"/>
                    <a:pt x="2007" y="5329"/>
                    <a:pt x="3216" y="5329"/>
                  </a:cubicBezTo>
                  <a:cubicBezTo>
                    <a:pt x="3816" y="5329"/>
                    <a:pt x="4219" y="5172"/>
                    <a:pt x="4070" y="4790"/>
                  </a:cubicBezTo>
                  <a:lnTo>
                    <a:pt x="4070" y="4715"/>
                  </a:lnTo>
                  <a:cubicBezTo>
                    <a:pt x="3819" y="3662"/>
                    <a:pt x="3644" y="2986"/>
                    <a:pt x="4020" y="1958"/>
                  </a:cubicBezTo>
                  <a:cubicBezTo>
                    <a:pt x="4571" y="479"/>
                    <a:pt x="3443" y="254"/>
                    <a:pt x="2742" y="78"/>
                  </a:cubicBezTo>
                  <a:cubicBezTo>
                    <a:pt x="2549" y="36"/>
                    <a:pt x="2318" y="1"/>
                    <a:pt x="20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23"/>
            <p:cNvSpPr/>
            <p:nvPr/>
          </p:nvSpPr>
          <p:spPr>
            <a:xfrm>
              <a:off x="7982607" y="2473316"/>
              <a:ext cx="133770" cy="174788"/>
            </a:xfrm>
            <a:custGeom>
              <a:rect b="b" l="l" r="r" t="t"/>
              <a:pathLst>
                <a:path extrusionOk="0" h="1892" w="1448">
                  <a:moveTo>
                    <a:pt x="778" y="1"/>
                  </a:moveTo>
                  <a:lnTo>
                    <a:pt x="1" y="803"/>
                  </a:lnTo>
                  <a:cubicBezTo>
                    <a:pt x="377" y="1153"/>
                    <a:pt x="251" y="1454"/>
                    <a:pt x="327" y="1830"/>
                  </a:cubicBezTo>
                  <a:cubicBezTo>
                    <a:pt x="337" y="1873"/>
                    <a:pt x="368" y="1891"/>
                    <a:pt x="412" y="1891"/>
                  </a:cubicBezTo>
                  <a:cubicBezTo>
                    <a:pt x="680" y="1891"/>
                    <a:pt x="1448" y="1204"/>
                    <a:pt x="1254" y="1053"/>
                  </a:cubicBezTo>
                  <a:cubicBezTo>
                    <a:pt x="903" y="803"/>
                    <a:pt x="778" y="1"/>
                    <a:pt x="778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23"/>
            <p:cNvSpPr/>
            <p:nvPr/>
          </p:nvSpPr>
          <p:spPr>
            <a:xfrm>
              <a:off x="7908516" y="2371973"/>
              <a:ext cx="187629" cy="240472"/>
            </a:xfrm>
            <a:custGeom>
              <a:rect b="b" l="l" r="r" t="t"/>
              <a:pathLst>
                <a:path extrusionOk="0" h="2603" w="2031">
                  <a:moveTo>
                    <a:pt x="932" y="1"/>
                  </a:moveTo>
                  <a:cubicBezTo>
                    <a:pt x="731" y="1"/>
                    <a:pt x="519" y="85"/>
                    <a:pt x="402" y="346"/>
                  </a:cubicBezTo>
                  <a:cubicBezTo>
                    <a:pt x="201" y="772"/>
                    <a:pt x="1" y="2576"/>
                    <a:pt x="853" y="2601"/>
                  </a:cubicBezTo>
                  <a:cubicBezTo>
                    <a:pt x="861" y="2602"/>
                    <a:pt x="869" y="2602"/>
                    <a:pt x="878" y="2602"/>
                  </a:cubicBezTo>
                  <a:cubicBezTo>
                    <a:pt x="1254" y="2602"/>
                    <a:pt x="1809" y="2059"/>
                    <a:pt x="1956" y="1348"/>
                  </a:cubicBezTo>
                  <a:cubicBezTo>
                    <a:pt x="2031" y="1047"/>
                    <a:pt x="1805" y="521"/>
                    <a:pt x="1379" y="145"/>
                  </a:cubicBezTo>
                  <a:cubicBezTo>
                    <a:pt x="1295" y="73"/>
                    <a:pt x="1118" y="1"/>
                    <a:pt x="932" y="1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23"/>
            <p:cNvSpPr/>
            <p:nvPr/>
          </p:nvSpPr>
          <p:spPr>
            <a:xfrm>
              <a:off x="7910825" y="2355067"/>
              <a:ext cx="213126" cy="190400"/>
            </a:xfrm>
            <a:custGeom>
              <a:rect b="b" l="l" r="r" t="t"/>
              <a:pathLst>
                <a:path extrusionOk="0" h="2061" w="2307">
                  <a:moveTo>
                    <a:pt x="1190" y="1"/>
                  </a:moveTo>
                  <a:cubicBezTo>
                    <a:pt x="624" y="1"/>
                    <a:pt x="0" y="467"/>
                    <a:pt x="126" y="1205"/>
                  </a:cubicBezTo>
                  <a:cubicBezTo>
                    <a:pt x="129" y="1228"/>
                    <a:pt x="135" y="1237"/>
                    <a:pt x="144" y="1237"/>
                  </a:cubicBezTo>
                  <a:cubicBezTo>
                    <a:pt x="202" y="1237"/>
                    <a:pt x="376" y="855"/>
                    <a:pt x="557" y="855"/>
                  </a:cubicBezTo>
                  <a:cubicBezTo>
                    <a:pt x="606" y="855"/>
                    <a:pt x="655" y="883"/>
                    <a:pt x="703" y="955"/>
                  </a:cubicBezTo>
                  <a:cubicBezTo>
                    <a:pt x="953" y="1356"/>
                    <a:pt x="1454" y="1180"/>
                    <a:pt x="1755" y="1932"/>
                  </a:cubicBezTo>
                  <a:cubicBezTo>
                    <a:pt x="1794" y="2023"/>
                    <a:pt x="1833" y="2061"/>
                    <a:pt x="1871" y="2061"/>
                  </a:cubicBezTo>
                  <a:cubicBezTo>
                    <a:pt x="2053" y="2061"/>
                    <a:pt x="2211" y="1192"/>
                    <a:pt x="2231" y="1130"/>
                  </a:cubicBezTo>
                  <a:cubicBezTo>
                    <a:pt x="2307" y="754"/>
                    <a:pt x="2307" y="754"/>
                    <a:pt x="1780" y="228"/>
                  </a:cubicBezTo>
                  <a:cubicBezTo>
                    <a:pt x="1625" y="73"/>
                    <a:pt x="1412" y="1"/>
                    <a:pt x="1190" y="1"/>
                  </a:cubicBezTo>
                  <a:close/>
                </a:path>
              </a:pathLst>
            </a:custGeom>
            <a:solidFill>
              <a:srgbClr val="171B34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23"/>
            <p:cNvSpPr/>
            <p:nvPr/>
          </p:nvSpPr>
          <p:spPr>
            <a:xfrm>
              <a:off x="7829806" y="2648658"/>
              <a:ext cx="449256" cy="449256"/>
            </a:xfrm>
            <a:custGeom>
              <a:rect b="b" l="l" r="r" t="t"/>
              <a:pathLst>
                <a:path extrusionOk="0" h="4863" w="4863">
                  <a:moveTo>
                    <a:pt x="3920" y="1"/>
                  </a:moveTo>
                  <a:cubicBezTo>
                    <a:pt x="3802" y="1"/>
                    <a:pt x="3551" y="56"/>
                    <a:pt x="3384" y="484"/>
                  </a:cubicBezTo>
                  <a:cubicBezTo>
                    <a:pt x="3108" y="1135"/>
                    <a:pt x="3509" y="2789"/>
                    <a:pt x="2883" y="3541"/>
                  </a:cubicBezTo>
                  <a:cubicBezTo>
                    <a:pt x="2409" y="4129"/>
                    <a:pt x="1907" y="4200"/>
                    <a:pt x="1495" y="4200"/>
                  </a:cubicBezTo>
                  <a:cubicBezTo>
                    <a:pt x="1362" y="4200"/>
                    <a:pt x="1238" y="4193"/>
                    <a:pt x="1128" y="4193"/>
                  </a:cubicBezTo>
                  <a:cubicBezTo>
                    <a:pt x="701" y="4169"/>
                    <a:pt x="544" y="3965"/>
                    <a:pt x="294" y="3965"/>
                  </a:cubicBezTo>
                  <a:cubicBezTo>
                    <a:pt x="280" y="3965"/>
                    <a:pt x="266" y="3966"/>
                    <a:pt x="251" y="3967"/>
                  </a:cubicBezTo>
                  <a:cubicBezTo>
                    <a:pt x="1" y="3992"/>
                    <a:pt x="26" y="4293"/>
                    <a:pt x="727" y="4494"/>
                  </a:cubicBezTo>
                  <a:cubicBezTo>
                    <a:pt x="954" y="4558"/>
                    <a:pt x="1711" y="4862"/>
                    <a:pt x="2469" y="4862"/>
                  </a:cubicBezTo>
                  <a:cubicBezTo>
                    <a:pt x="2887" y="4862"/>
                    <a:pt x="3305" y="4770"/>
                    <a:pt x="3635" y="4494"/>
                  </a:cubicBezTo>
                  <a:cubicBezTo>
                    <a:pt x="4838" y="3491"/>
                    <a:pt x="4863" y="183"/>
                    <a:pt x="3986" y="7"/>
                  </a:cubicBezTo>
                  <a:cubicBezTo>
                    <a:pt x="3986" y="7"/>
                    <a:pt x="3961" y="1"/>
                    <a:pt x="3920" y="1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23"/>
            <p:cNvSpPr/>
            <p:nvPr/>
          </p:nvSpPr>
          <p:spPr>
            <a:xfrm>
              <a:off x="8077576" y="2611613"/>
              <a:ext cx="199177" cy="232527"/>
            </a:xfrm>
            <a:custGeom>
              <a:rect b="b" l="l" r="r" t="t"/>
              <a:pathLst>
                <a:path extrusionOk="0" h="2517" w="2156">
                  <a:moveTo>
                    <a:pt x="1193" y="0"/>
                  </a:moveTo>
                  <a:cubicBezTo>
                    <a:pt x="1161" y="0"/>
                    <a:pt x="1131" y="3"/>
                    <a:pt x="1103" y="7"/>
                  </a:cubicBezTo>
                  <a:cubicBezTo>
                    <a:pt x="0" y="208"/>
                    <a:pt x="351" y="2338"/>
                    <a:pt x="351" y="2338"/>
                  </a:cubicBezTo>
                  <a:cubicBezTo>
                    <a:pt x="579" y="2469"/>
                    <a:pt x="812" y="2517"/>
                    <a:pt x="1031" y="2517"/>
                  </a:cubicBezTo>
                  <a:cubicBezTo>
                    <a:pt x="1607" y="2517"/>
                    <a:pt x="2081" y="2188"/>
                    <a:pt x="2081" y="2188"/>
                  </a:cubicBezTo>
                  <a:cubicBezTo>
                    <a:pt x="2081" y="2188"/>
                    <a:pt x="2156" y="1661"/>
                    <a:pt x="2106" y="1085"/>
                  </a:cubicBezTo>
                  <a:cubicBezTo>
                    <a:pt x="2015" y="243"/>
                    <a:pt x="1510" y="0"/>
                    <a:pt x="11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23"/>
            <p:cNvSpPr/>
            <p:nvPr/>
          </p:nvSpPr>
          <p:spPr>
            <a:xfrm>
              <a:off x="6878170" y="2947978"/>
              <a:ext cx="1644039" cy="55614"/>
            </a:xfrm>
            <a:custGeom>
              <a:rect b="b" l="l" r="r" t="t"/>
              <a:pathLst>
                <a:path extrusionOk="0" h="602" w="17796">
                  <a:moveTo>
                    <a:pt x="1" y="0"/>
                  </a:moveTo>
                  <a:lnTo>
                    <a:pt x="1" y="602"/>
                  </a:lnTo>
                  <a:lnTo>
                    <a:pt x="17795" y="602"/>
                  </a:lnTo>
                  <a:lnTo>
                    <a:pt x="177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23"/>
            <p:cNvSpPr/>
            <p:nvPr/>
          </p:nvSpPr>
          <p:spPr>
            <a:xfrm>
              <a:off x="6834196" y="2952597"/>
              <a:ext cx="296455" cy="845207"/>
            </a:xfrm>
            <a:custGeom>
              <a:rect b="b" l="l" r="r" t="t"/>
              <a:pathLst>
                <a:path extrusionOk="0" h="9149" w="3209">
                  <a:moveTo>
                    <a:pt x="2532" y="1"/>
                  </a:moveTo>
                  <a:lnTo>
                    <a:pt x="1" y="9148"/>
                  </a:lnTo>
                  <a:lnTo>
                    <a:pt x="677" y="9148"/>
                  </a:lnTo>
                  <a:lnTo>
                    <a:pt x="3209" y="151"/>
                  </a:lnTo>
                  <a:lnTo>
                    <a:pt x="253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23"/>
            <p:cNvSpPr/>
            <p:nvPr/>
          </p:nvSpPr>
          <p:spPr>
            <a:xfrm>
              <a:off x="8260494" y="2952597"/>
              <a:ext cx="289527" cy="845207"/>
            </a:xfrm>
            <a:custGeom>
              <a:rect b="b" l="l" r="r" t="t"/>
              <a:pathLst>
                <a:path extrusionOk="0" h="9149" w="3134">
                  <a:moveTo>
                    <a:pt x="677" y="1"/>
                  </a:moveTo>
                  <a:lnTo>
                    <a:pt x="0" y="151"/>
                  </a:lnTo>
                  <a:lnTo>
                    <a:pt x="2406" y="9148"/>
                  </a:lnTo>
                  <a:lnTo>
                    <a:pt x="3133" y="9148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23"/>
            <p:cNvSpPr/>
            <p:nvPr/>
          </p:nvSpPr>
          <p:spPr>
            <a:xfrm>
              <a:off x="7014805" y="2387678"/>
              <a:ext cx="703955" cy="465423"/>
            </a:xfrm>
            <a:custGeom>
              <a:rect b="b" l="l" r="r" t="t"/>
              <a:pathLst>
                <a:path extrusionOk="0" h="5038" w="7620">
                  <a:moveTo>
                    <a:pt x="351" y="0"/>
                  </a:moveTo>
                  <a:cubicBezTo>
                    <a:pt x="151" y="0"/>
                    <a:pt x="1" y="151"/>
                    <a:pt x="1" y="351"/>
                  </a:cubicBezTo>
                  <a:lnTo>
                    <a:pt x="1" y="4712"/>
                  </a:lnTo>
                  <a:cubicBezTo>
                    <a:pt x="1" y="4887"/>
                    <a:pt x="151" y="5038"/>
                    <a:pt x="351" y="5038"/>
                  </a:cubicBezTo>
                  <a:lnTo>
                    <a:pt x="7269" y="5038"/>
                  </a:lnTo>
                  <a:cubicBezTo>
                    <a:pt x="7469" y="5038"/>
                    <a:pt x="7620" y="4887"/>
                    <a:pt x="7620" y="4712"/>
                  </a:cubicBezTo>
                  <a:lnTo>
                    <a:pt x="7620" y="351"/>
                  </a:lnTo>
                  <a:cubicBezTo>
                    <a:pt x="7620" y="151"/>
                    <a:pt x="7469" y="0"/>
                    <a:pt x="7269" y="0"/>
                  </a:cubicBezTo>
                  <a:close/>
                </a:path>
              </a:pathLst>
            </a:custGeom>
            <a:solidFill>
              <a:srgbClr val="FDEDC7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23"/>
            <p:cNvSpPr/>
            <p:nvPr/>
          </p:nvSpPr>
          <p:spPr>
            <a:xfrm>
              <a:off x="7267194" y="2778918"/>
              <a:ext cx="201486" cy="173771"/>
            </a:xfrm>
            <a:custGeom>
              <a:rect b="b" l="l" r="r" t="t"/>
              <a:pathLst>
                <a:path extrusionOk="0" h="1881" w="2181">
                  <a:moveTo>
                    <a:pt x="126" y="1"/>
                  </a:moveTo>
                  <a:lnTo>
                    <a:pt x="0" y="1881"/>
                  </a:lnTo>
                  <a:lnTo>
                    <a:pt x="2181" y="1881"/>
                  </a:lnTo>
                  <a:lnTo>
                    <a:pt x="19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23"/>
            <p:cNvSpPr/>
            <p:nvPr/>
          </p:nvSpPr>
          <p:spPr>
            <a:xfrm>
              <a:off x="7014805" y="2387678"/>
              <a:ext cx="703955" cy="465423"/>
            </a:xfrm>
            <a:custGeom>
              <a:rect b="b" l="l" r="r" t="t"/>
              <a:pathLst>
                <a:path extrusionOk="0" h="5038" w="7620">
                  <a:moveTo>
                    <a:pt x="351" y="0"/>
                  </a:moveTo>
                  <a:cubicBezTo>
                    <a:pt x="151" y="0"/>
                    <a:pt x="1" y="151"/>
                    <a:pt x="1" y="351"/>
                  </a:cubicBezTo>
                  <a:lnTo>
                    <a:pt x="1" y="4712"/>
                  </a:lnTo>
                  <a:cubicBezTo>
                    <a:pt x="1" y="4887"/>
                    <a:pt x="151" y="5038"/>
                    <a:pt x="351" y="5038"/>
                  </a:cubicBezTo>
                  <a:lnTo>
                    <a:pt x="7269" y="5038"/>
                  </a:lnTo>
                  <a:cubicBezTo>
                    <a:pt x="7469" y="5038"/>
                    <a:pt x="7620" y="4887"/>
                    <a:pt x="7620" y="4712"/>
                  </a:cubicBezTo>
                  <a:lnTo>
                    <a:pt x="7620" y="351"/>
                  </a:lnTo>
                  <a:cubicBezTo>
                    <a:pt x="7620" y="151"/>
                    <a:pt x="7469" y="0"/>
                    <a:pt x="7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23"/>
            <p:cNvSpPr/>
            <p:nvPr/>
          </p:nvSpPr>
          <p:spPr>
            <a:xfrm>
              <a:off x="7014805" y="2776608"/>
              <a:ext cx="703955" cy="76493"/>
            </a:xfrm>
            <a:custGeom>
              <a:rect b="b" l="l" r="r" t="t"/>
              <a:pathLst>
                <a:path extrusionOk="0" h="828" w="7620">
                  <a:moveTo>
                    <a:pt x="1" y="1"/>
                  </a:moveTo>
                  <a:lnTo>
                    <a:pt x="1" y="502"/>
                  </a:lnTo>
                  <a:cubicBezTo>
                    <a:pt x="1" y="677"/>
                    <a:pt x="151" y="828"/>
                    <a:pt x="351" y="828"/>
                  </a:cubicBezTo>
                  <a:lnTo>
                    <a:pt x="7269" y="828"/>
                  </a:lnTo>
                  <a:cubicBezTo>
                    <a:pt x="7469" y="828"/>
                    <a:pt x="7620" y="677"/>
                    <a:pt x="7620" y="502"/>
                  </a:cubicBezTo>
                  <a:lnTo>
                    <a:pt x="76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23"/>
            <p:cNvSpPr/>
            <p:nvPr/>
          </p:nvSpPr>
          <p:spPr>
            <a:xfrm>
              <a:off x="7169915" y="2927099"/>
              <a:ext cx="386806" cy="25590"/>
            </a:xfrm>
            <a:custGeom>
              <a:rect b="b" l="l" r="r" t="t"/>
              <a:pathLst>
                <a:path extrusionOk="0" h="277" w="4187">
                  <a:moveTo>
                    <a:pt x="1" y="1"/>
                  </a:moveTo>
                  <a:lnTo>
                    <a:pt x="1" y="277"/>
                  </a:lnTo>
                  <a:lnTo>
                    <a:pt x="4186" y="277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325" lIns="28325" spcFirstLastPara="1" rIns="28325" wrap="square" tIns="28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24"/>
          <p:cNvSpPr txBox="1"/>
          <p:nvPr>
            <p:ph type="ctrTitle"/>
          </p:nvPr>
        </p:nvSpPr>
        <p:spPr>
          <a:xfrm>
            <a:off x="2899350" y="586300"/>
            <a:ext cx="33453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ru" sz="3600"/>
              <a:t>Гипотеза роста</a:t>
            </a:r>
            <a:endParaRPr/>
          </a:p>
        </p:txBody>
      </p:sp>
      <p:grpSp>
        <p:nvGrpSpPr>
          <p:cNvPr id="1341" name="Google Shape;1341;p24"/>
          <p:cNvGrpSpPr/>
          <p:nvPr/>
        </p:nvGrpSpPr>
        <p:grpSpPr>
          <a:xfrm>
            <a:off x="1980388" y="1747129"/>
            <a:ext cx="5183216" cy="2644381"/>
            <a:chOff x="4984402" y="2655325"/>
            <a:chExt cx="1361282" cy="694501"/>
          </a:xfrm>
        </p:grpSpPr>
        <p:grpSp>
          <p:nvGrpSpPr>
            <p:cNvPr id="1342" name="Google Shape;1342;p24"/>
            <p:cNvGrpSpPr/>
            <p:nvPr/>
          </p:nvGrpSpPr>
          <p:grpSpPr>
            <a:xfrm>
              <a:off x="5071009" y="2720922"/>
              <a:ext cx="1055066" cy="540857"/>
              <a:chOff x="6922107" y="2182622"/>
              <a:chExt cx="1662306" cy="1441517"/>
            </a:xfrm>
          </p:grpSpPr>
          <p:sp>
            <p:nvSpPr>
              <p:cNvPr id="1343" name="Google Shape;1343;p24"/>
              <p:cNvSpPr/>
              <p:nvPr/>
            </p:nvSpPr>
            <p:spPr>
              <a:xfrm>
                <a:off x="6924246" y="2182622"/>
                <a:ext cx="482671" cy="238169"/>
              </a:xfrm>
              <a:custGeom>
                <a:rect b="b" l="l" r="r" t="t"/>
                <a:pathLst>
                  <a:path extrusionOk="0" h="2783" w="5640">
                    <a:moveTo>
                      <a:pt x="0" y="1"/>
                    </a:moveTo>
                    <a:lnTo>
                      <a:pt x="0" y="2758"/>
                    </a:lnTo>
                    <a:lnTo>
                      <a:pt x="5639" y="2783"/>
                    </a:lnTo>
                    <a:lnTo>
                      <a:pt x="563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8175" lIns="348175" spcFirstLastPara="1" rIns="348175" wrap="square" tIns="348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24"/>
              <p:cNvSpPr/>
              <p:nvPr/>
            </p:nvSpPr>
            <p:spPr>
              <a:xfrm>
                <a:off x="6922107" y="2472226"/>
                <a:ext cx="1340611" cy="240309"/>
              </a:xfrm>
              <a:custGeom>
                <a:rect b="b" l="l" r="r" t="t"/>
                <a:pathLst>
                  <a:path extrusionOk="0" h="2808" w="15665">
                    <a:moveTo>
                      <a:pt x="25" y="0"/>
                    </a:moveTo>
                    <a:lnTo>
                      <a:pt x="0" y="2757"/>
                    </a:lnTo>
                    <a:lnTo>
                      <a:pt x="15664" y="2807"/>
                    </a:lnTo>
                    <a:lnTo>
                      <a:pt x="15664" y="25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8175" lIns="348175" spcFirstLastPara="1" rIns="348175" wrap="square" tIns="348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24"/>
              <p:cNvSpPr/>
              <p:nvPr/>
            </p:nvSpPr>
            <p:spPr>
              <a:xfrm>
                <a:off x="6922107" y="2774668"/>
                <a:ext cx="763630" cy="238169"/>
              </a:xfrm>
              <a:custGeom>
                <a:rect b="b" l="l" r="r" t="t"/>
                <a:pathLst>
                  <a:path extrusionOk="0" h="2783" w="8923">
                    <a:moveTo>
                      <a:pt x="0" y="0"/>
                    </a:moveTo>
                    <a:lnTo>
                      <a:pt x="0" y="2757"/>
                    </a:lnTo>
                    <a:lnTo>
                      <a:pt x="8922" y="2782"/>
                    </a:lnTo>
                    <a:lnTo>
                      <a:pt x="8922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8175" lIns="348175" spcFirstLastPara="1" rIns="348175" wrap="square" tIns="348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24"/>
              <p:cNvSpPr/>
              <p:nvPr/>
            </p:nvSpPr>
            <p:spPr>
              <a:xfrm>
                <a:off x="6922107" y="3070606"/>
                <a:ext cx="918017" cy="240309"/>
              </a:xfrm>
              <a:custGeom>
                <a:rect b="b" l="l" r="r" t="t"/>
                <a:pathLst>
                  <a:path extrusionOk="0" h="2808" w="10727">
                    <a:moveTo>
                      <a:pt x="0" y="1"/>
                    </a:moveTo>
                    <a:lnTo>
                      <a:pt x="0" y="2783"/>
                    </a:lnTo>
                    <a:lnTo>
                      <a:pt x="10727" y="2808"/>
                    </a:lnTo>
                    <a:lnTo>
                      <a:pt x="10727" y="2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8175" lIns="348175" spcFirstLastPara="1" rIns="348175" wrap="square" tIns="348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7" name="Google Shape;1347;p24"/>
              <p:cNvSpPr/>
              <p:nvPr/>
            </p:nvSpPr>
            <p:spPr>
              <a:xfrm>
                <a:off x="6922107" y="3383745"/>
                <a:ext cx="1662306" cy="240394"/>
              </a:xfrm>
              <a:custGeom>
                <a:rect b="b" l="l" r="r" t="t"/>
                <a:pathLst>
                  <a:path extrusionOk="0" h="2809" w="19424">
                    <a:moveTo>
                      <a:pt x="0" y="1"/>
                    </a:moveTo>
                    <a:lnTo>
                      <a:pt x="0" y="2783"/>
                    </a:lnTo>
                    <a:lnTo>
                      <a:pt x="19424" y="2808"/>
                    </a:lnTo>
                    <a:lnTo>
                      <a:pt x="19424" y="5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8175" lIns="348175" spcFirstLastPara="1" rIns="348175" wrap="square" tIns="348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8" name="Google Shape;1348;p24"/>
            <p:cNvSpPr/>
            <p:nvPr/>
          </p:nvSpPr>
          <p:spPr>
            <a:xfrm>
              <a:off x="4984402" y="2655325"/>
              <a:ext cx="1361282" cy="694501"/>
            </a:xfrm>
            <a:custGeom>
              <a:rect b="b" l="l" r="r" t="t"/>
              <a:pathLst>
                <a:path extrusionOk="0" h="11330" w="26818">
                  <a:moveTo>
                    <a:pt x="1" y="1"/>
                  </a:moveTo>
                  <a:lnTo>
                    <a:pt x="1" y="11329"/>
                  </a:lnTo>
                  <a:lnTo>
                    <a:pt x="26818" y="11329"/>
                  </a:lnTo>
                  <a:lnTo>
                    <a:pt x="26818" y="10928"/>
                  </a:lnTo>
                  <a:lnTo>
                    <a:pt x="427" y="10928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8175" lIns="348175" spcFirstLastPara="1" rIns="348175" wrap="square" tIns="34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25"/>
          <p:cNvSpPr txBox="1"/>
          <p:nvPr>
            <p:ph type="title"/>
          </p:nvPr>
        </p:nvSpPr>
        <p:spPr>
          <a:xfrm>
            <a:off x="720000" y="300675"/>
            <a:ext cx="77040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ru" sz="2400"/>
              <a:t>Главный вывод: маркетинг окупается, но лиды теряются на этапе контакта</a:t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grpSp>
        <p:nvGrpSpPr>
          <p:cNvPr id="1354" name="Google Shape;1354;p25"/>
          <p:cNvGrpSpPr/>
          <p:nvPr/>
        </p:nvGrpSpPr>
        <p:grpSpPr>
          <a:xfrm>
            <a:off x="1329200" y="2985824"/>
            <a:ext cx="254150" cy="254175"/>
            <a:chOff x="4423546" y="1424811"/>
            <a:chExt cx="254150" cy="254175"/>
          </a:xfrm>
        </p:grpSpPr>
        <p:sp>
          <p:nvSpPr>
            <p:cNvPr id="1355" name="Google Shape;1355;p25"/>
            <p:cNvSpPr/>
            <p:nvPr/>
          </p:nvSpPr>
          <p:spPr>
            <a:xfrm>
              <a:off x="4423546" y="1424811"/>
              <a:ext cx="254150" cy="254175"/>
            </a:xfrm>
            <a:custGeom>
              <a:rect b="b" l="l" r="r" t="t"/>
              <a:pathLst>
                <a:path extrusionOk="0" h="1655" w="1655">
                  <a:moveTo>
                    <a:pt x="276" y="0"/>
                  </a:moveTo>
                  <a:lnTo>
                    <a:pt x="0" y="301"/>
                  </a:lnTo>
                  <a:lnTo>
                    <a:pt x="1379" y="1654"/>
                  </a:lnTo>
                  <a:lnTo>
                    <a:pt x="1654" y="1379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25"/>
            <p:cNvSpPr/>
            <p:nvPr/>
          </p:nvSpPr>
          <p:spPr>
            <a:xfrm>
              <a:off x="4423546" y="1424811"/>
              <a:ext cx="254150" cy="254175"/>
            </a:xfrm>
            <a:custGeom>
              <a:rect b="b" l="l" r="r" t="t"/>
              <a:pathLst>
                <a:path extrusionOk="0" h="1655" w="1655">
                  <a:moveTo>
                    <a:pt x="1354" y="0"/>
                  </a:moveTo>
                  <a:lnTo>
                    <a:pt x="0" y="1379"/>
                  </a:lnTo>
                  <a:lnTo>
                    <a:pt x="301" y="1654"/>
                  </a:lnTo>
                  <a:lnTo>
                    <a:pt x="1654" y="301"/>
                  </a:lnTo>
                  <a:lnTo>
                    <a:pt x="13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7" name="Google Shape;1357;p25"/>
          <p:cNvSpPr/>
          <p:nvPr/>
        </p:nvSpPr>
        <p:spPr>
          <a:xfrm>
            <a:off x="1296489" y="1563500"/>
            <a:ext cx="319601" cy="319601"/>
          </a:xfrm>
          <a:custGeom>
            <a:rect b="b" l="l" r="r" t="t"/>
            <a:pathLst>
              <a:path extrusionOk="0" h="1956" w="1956">
                <a:moveTo>
                  <a:pt x="978" y="426"/>
                </a:moveTo>
                <a:cubicBezTo>
                  <a:pt x="1279" y="426"/>
                  <a:pt x="1529" y="677"/>
                  <a:pt x="1529" y="978"/>
                </a:cubicBezTo>
                <a:cubicBezTo>
                  <a:pt x="1529" y="1279"/>
                  <a:pt x="1279" y="1529"/>
                  <a:pt x="978" y="1529"/>
                </a:cubicBezTo>
                <a:cubicBezTo>
                  <a:pt x="677" y="1529"/>
                  <a:pt x="427" y="1279"/>
                  <a:pt x="427" y="978"/>
                </a:cubicBezTo>
                <a:cubicBezTo>
                  <a:pt x="427" y="677"/>
                  <a:pt x="677" y="426"/>
                  <a:pt x="978" y="426"/>
                </a:cubicBezTo>
                <a:close/>
                <a:moveTo>
                  <a:pt x="978" y="0"/>
                </a:moveTo>
                <a:cubicBezTo>
                  <a:pt x="452" y="0"/>
                  <a:pt x="0" y="452"/>
                  <a:pt x="0" y="978"/>
                </a:cubicBezTo>
                <a:cubicBezTo>
                  <a:pt x="0" y="1504"/>
                  <a:pt x="452" y="1955"/>
                  <a:pt x="978" y="1955"/>
                </a:cubicBezTo>
                <a:cubicBezTo>
                  <a:pt x="1504" y="1955"/>
                  <a:pt x="1955" y="1504"/>
                  <a:pt x="1955" y="978"/>
                </a:cubicBezTo>
                <a:cubicBezTo>
                  <a:pt x="1955" y="452"/>
                  <a:pt x="1504" y="0"/>
                  <a:pt x="97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8" name="Google Shape;1358;p25"/>
          <p:cNvGrpSpPr/>
          <p:nvPr/>
        </p:nvGrpSpPr>
        <p:grpSpPr>
          <a:xfrm>
            <a:off x="8436368" y="-11"/>
            <a:ext cx="707622" cy="319584"/>
            <a:chOff x="6329300" y="2955838"/>
            <a:chExt cx="1163088" cy="525287"/>
          </a:xfrm>
        </p:grpSpPr>
        <p:sp>
          <p:nvSpPr>
            <p:cNvPr id="1359" name="Google Shape;1359;p25"/>
            <p:cNvSpPr/>
            <p:nvPr/>
          </p:nvSpPr>
          <p:spPr>
            <a:xfrm rot="-2683604">
              <a:off x="6316817" y="3277325"/>
              <a:ext cx="400298" cy="3266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5"/>
                <a:buFont typeface="Arial"/>
                <a:buNone/>
              </a:pPr>
              <a:r>
                <a:t/>
              </a:r>
              <a:endParaRPr b="0" i="0" sz="995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360" name="Google Shape;1360;p25"/>
            <p:cNvSpPr/>
            <p:nvPr/>
          </p:nvSpPr>
          <p:spPr>
            <a:xfrm flipH="1" rot="2683604">
              <a:off x="6575880" y="3277325"/>
              <a:ext cx="400298" cy="3266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5"/>
                <a:buFont typeface="Arial"/>
                <a:buNone/>
              </a:pPr>
              <a:r>
                <a:t/>
              </a:r>
              <a:endParaRPr b="0" i="0" sz="995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361" name="Google Shape;1361;p25"/>
            <p:cNvSpPr/>
            <p:nvPr/>
          </p:nvSpPr>
          <p:spPr>
            <a:xfrm rot="-3427727">
              <a:off x="6783652" y="3186527"/>
              <a:ext cx="523996" cy="42774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5"/>
                <a:buFont typeface="Arial"/>
                <a:buNone/>
              </a:pPr>
              <a:r>
                <a:t/>
              </a:r>
              <a:endParaRPr b="0" i="0" sz="995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362" name="Google Shape;1362;p25"/>
            <p:cNvSpPr/>
            <p:nvPr/>
          </p:nvSpPr>
          <p:spPr>
            <a:xfrm flipH="1" rot="3427727">
              <a:off x="7042702" y="3186527"/>
              <a:ext cx="523996" cy="42774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5"/>
                <a:buFont typeface="Arial"/>
                <a:buNone/>
              </a:pPr>
              <a:r>
                <a:t/>
              </a:r>
              <a:endParaRPr b="0" i="0" sz="995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363" name="Google Shape;1363;p25"/>
            <p:cNvSpPr/>
            <p:nvPr/>
          </p:nvSpPr>
          <p:spPr>
            <a:xfrm>
              <a:off x="6329300" y="3376575"/>
              <a:ext cx="98400" cy="98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5"/>
                <a:buFont typeface="Arial"/>
                <a:buNone/>
              </a:pPr>
              <a:r>
                <a:t/>
              </a:r>
              <a:endParaRPr b="0" i="0" sz="995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364" name="Google Shape;1364;p25"/>
            <p:cNvSpPr/>
            <p:nvPr/>
          </p:nvSpPr>
          <p:spPr>
            <a:xfrm>
              <a:off x="6591600" y="3131000"/>
              <a:ext cx="98400" cy="98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5"/>
                <a:buFont typeface="Arial"/>
                <a:buNone/>
              </a:pPr>
              <a:r>
                <a:t/>
              </a:r>
              <a:endParaRPr b="0" i="0" sz="995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365" name="Google Shape;1365;p25"/>
            <p:cNvSpPr/>
            <p:nvPr/>
          </p:nvSpPr>
          <p:spPr>
            <a:xfrm>
              <a:off x="6861638" y="3376575"/>
              <a:ext cx="98400" cy="98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5"/>
                <a:buFont typeface="Arial"/>
                <a:buNone/>
              </a:pPr>
              <a:r>
                <a:t/>
              </a:r>
              <a:endParaRPr b="0" i="0" sz="995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366" name="Google Shape;1366;p25"/>
            <p:cNvSpPr/>
            <p:nvPr/>
          </p:nvSpPr>
          <p:spPr>
            <a:xfrm>
              <a:off x="7124413" y="2955838"/>
              <a:ext cx="98400" cy="98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5"/>
                <a:buFont typeface="Arial"/>
                <a:buNone/>
              </a:pPr>
              <a:r>
                <a:t/>
              </a:r>
              <a:endParaRPr b="0" i="0" sz="995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367" name="Google Shape;1367;p25"/>
            <p:cNvSpPr/>
            <p:nvPr/>
          </p:nvSpPr>
          <p:spPr>
            <a:xfrm>
              <a:off x="7393988" y="3382725"/>
              <a:ext cx="98400" cy="98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5"/>
                <a:buFont typeface="Arial"/>
                <a:buNone/>
              </a:pPr>
              <a:r>
                <a:t/>
              </a:r>
              <a:endParaRPr b="0" i="0" sz="995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sp>
        <p:nvSpPr>
          <p:cNvPr id="1368" name="Google Shape;1368;p25"/>
          <p:cNvSpPr/>
          <p:nvPr/>
        </p:nvSpPr>
        <p:spPr>
          <a:xfrm>
            <a:off x="131950" y="1234750"/>
            <a:ext cx="1080900" cy="97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CLTV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Доход от одного покупателя</a:t>
            </a: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7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4 325 EUR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369" name="Google Shape;1369;p25"/>
          <p:cNvSpPr/>
          <p:nvPr/>
        </p:nvSpPr>
        <p:spPr>
          <a:xfrm>
            <a:off x="1699725" y="1234779"/>
            <a:ext cx="1080900" cy="97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C1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Конверсия из лида в  покупателя</a:t>
            </a: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8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4.47%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370" name="Google Shape;1370;p25"/>
          <p:cNvSpPr/>
          <p:nvPr/>
        </p:nvSpPr>
        <p:spPr>
          <a:xfrm>
            <a:off x="131925" y="2624350"/>
            <a:ext cx="1080900" cy="97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CAC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Стоимость привлечения одного покупателя</a:t>
            </a: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181 EUR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371" name="Google Shape;1371;p25"/>
          <p:cNvSpPr/>
          <p:nvPr/>
        </p:nvSpPr>
        <p:spPr>
          <a:xfrm>
            <a:off x="1699725" y="2624350"/>
            <a:ext cx="1080900" cy="97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ROMI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Окупаемость маркетинга</a:t>
            </a:r>
            <a:endParaRPr b="0" i="0" sz="8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+2 295%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372" name="Google Shape;1372;p25"/>
          <p:cNvSpPr txBox="1"/>
          <p:nvPr>
            <p:ph type="title"/>
          </p:nvPr>
        </p:nvSpPr>
        <p:spPr>
          <a:xfrm>
            <a:off x="87975" y="4099050"/>
            <a:ext cx="27366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ru" sz="1500"/>
              <a:t>потенциал роста —  </a:t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ru" sz="1500"/>
              <a:t>улучшить контакт с лидом</a:t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pic>
        <p:nvPicPr>
          <p:cNvPr id="1373" name="Google Shape;137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0725" y="1208452"/>
            <a:ext cx="2736600" cy="2726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4" name="Google Shape;137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3100" y="1819950"/>
            <a:ext cx="3221975" cy="150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26"/>
          <p:cNvSpPr txBox="1"/>
          <p:nvPr>
            <p:ph type="ctrTitle"/>
          </p:nvPr>
        </p:nvSpPr>
        <p:spPr>
          <a:xfrm>
            <a:off x="399300" y="321800"/>
            <a:ext cx="87447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ru" sz="2500"/>
              <a:t>Точка роста</a:t>
            </a:r>
            <a:r>
              <a:rPr lang="ru" sz="3000"/>
              <a:t>: </a:t>
            </a:r>
            <a:r>
              <a:rPr lang="ru" sz="2500"/>
              <a:t>повторный контакт после неуспешного звонка</a:t>
            </a:r>
            <a:r>
              <a:rPr lang="ru"/>
              <a:t>  </a:t>
            </a:r>
            <a:endParaRPr/>
          </a:p>
        </p:txBody>
      </p:sp>
      <p:sp>
        <p:nvSpPr>
          <p:cNvPr id="1380" name="Google Shape;1380;p26"/>
          <p:cNvSpPr txBox="1"/>
          <p:nvPr>
            <p:ph idx="1" type="subTitle"/>
          </p:nvPr>
        </p:nvSpPr>
        <p:spPr>
          <a:xfrm>
            <a:off x="1253400" y="967225"/>
            <a:ext cx="7036500" cy="53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ru" sz="2200">
                <a:latin typeface="Barlow Semi Condensed"/>
                <a:ea typeface="Barlow Semi Condensed"/>
                <a:cs typeface="Barlow Semi Condensed"/>
                <a:sym typeface="Barlow Semi Condensed"/>
              </a:rPr>
              <a:t>Гипотеза:</a:t>
            </a:r>
            <a:r>
              <a:rPr b="1" lang="ru" sz="15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endParaRPr b="1" sz="15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ru" sz="1500">
                <a:latin typeface="Barlow Semi Condensed"/>
                <a:ea typeface="Barlow Semi Condensed"/>
                <a:cs typeface="Barlow Semi Condensed"/>
                <a:sym typeface="Barlow Semi Condensed"/>
              </a:rPr>
              <a:t>Успешный контакт ↑ → потенциальный рост C1 → оценка влияния на CM</a:t>
            </a:r>
            <a:endParaRPr b="1" sz="2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aphicFrame>
        <p:nvGraphicFramePr>
          <p:cNvPr id="1381" name="Google Shape;1381;p26"/>
          <p:cNvGraphicFramePr/>
          <p:nvPr/>
        </p:nvGraphicFramePr>
        <p:xfrm>
          <a:off x="1080350" y="1599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{8805DF78-46A5-4F5D-B57F-4BECDEA2BD5A}</a:tableStyleId>
              </a:tblPr>
              <a:tblGrid>
                <a:gridCol w="2154150"/>
                <a:gridCol w="5189500"/>
              </a:tblGrid>
              <a:tr h="391275">
                <a:tc row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ru" sz="1500" u="none" cap="none" strike="noStrik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Причина выбора 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ru" sz="1500" u="none" cap="none" strike="noStrike">
                          <a:solidFill>
                            <a:schemeClr val="dk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точки роста: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100" u="none" cap="none" strike="noStrike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37.77% потерь — нет контакта 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587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100" u="none" cap="none" strike="noStrike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успешный контакт — операционный слой между лидом и покупкой 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587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100" u="none" cap="none" strike="noStrike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C1 влияет на Revenue и CM 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587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100" u="none" cap="none" strike="noStrike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рост C1 заметно влияет на CM при проведении анализа чувствительности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587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C1 - универсальный ключ ко всем продуктам школы (~одинаковый уровень)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587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Причины потерь денег “Stopped Answering”, “Doesn't Answer”, “needs time to think”... выражены достаточно большой суммой денег 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382" name="Google Shape;1382;p26"/>
          <p:cNvSpPr/>
          <p:nvPr/>
        </p:nvSpPr>
        <p:spPr>
          <a:xfrm>
            <a:off x="499488" y="3884200"/>
            <a:ext cx="1443300" cy="744900"/>
          </a:xfrm>
          <a:prstGeom prst="flowChartAlternateProcess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Неуспешный</a:t>
            </a:r>
            <a:endParaRPr b="1" i="0" sz="1500" u="none" cap="none" strike="noStrik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первый звонок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383" name="Google Shape;1383;p26"/>
          <p:cNvSpPr/>
          <p:nvPr/>
        </p:nvSpPr>
        <p:spPr>
          <a:xfrm>
            <a:off x="2281813" y="3884300"/>
            <a:ext cx="2202600" cy="744900"/>
          </a:xfrm>
          <a:prstGeom prst="flowChartAlternateProcess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SMS +</a:t>
            </a:r>
            <a:endParaRPr b="1" i="0" sz="1500" u="none" cap="none" strike="noStrik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повторный звонок</a:t>
            </a:r>
            <a:endParaRPr b="1" i="0" sz="1500" u="none" cap="none" strike="noStrik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в течение часа</a:t>
            </a:r>
            <a:endParaRPr b="1" i="0" sz="1500" u="none" cap="none" strike="noStrik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384" name="Google Shape;1384;p26"/>
          <p:cNvSpPr/>
          <p:nvPr/>
        </p:nvSpPr>
        <p:spPr>
          <a:xfrm>
            <a:off x="6692363" y="3884300"/>
            <a:ext cx="804900" cy="744900"/>
          </a:xfrm>
          <a:prstGeom prst="flowChartAlternateProcess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C1 ↑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385" name="Google Shape;1385;p26"/>
          <p:cNvSpPr/>
          <p:nvPr/>
        </p:nvSpPr>
        <p:spPr>
          <a:xfrm>
            <a:off x="7839613" y="3884300"/>
            <a:ext cx="804900" cy="744900"/>
          </a:xfrm>
          <a:prstGeom prst="flowChartAlternateProcess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CM ↑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386" name="Google Shape;1386;p26"/>
          <p:cNvSpPr/>
          <p:nvPr/>
        </p:nvSpPr>
        <p:spPr>
          <a:xfrm>
            <a:off x="4823438" y="3884300"/>
            <a:ext cx="1518300" cy="744900"/>
          </a:xfrm>
          <a:prstGeom prst="flowChartAlternateProcess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Успешный</a:t>
            </a:r>
            <a:endParaRPr b="1" i="0" sz="1500" u="none" cap="none" strike="noStrik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контакт</a:t>
            </a:r>
            <a:endParaRPr b="1" i="0" sz="1500" u="none" cap="none" strike="noStrike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1387" name="Google Shape;1387;p26"/>
          <p:cNvCxnSpPr>
            <a:stCxn id="1382" idx="3"/>
            <a:endCxn id="1383" idx="1"/>
          </p:cNvCxnSpPr>
          <p:nvPr/>
        </p:nvCxnSpPr>
        <p:spPr>
          <a:xfrm>
            <a:off x="1942788" y="4256650"/>
            <a:ext cx="33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8" name="Google Shape;1388;p26"/>
          <p:cNvCxnSpPr/>
          <p:nvPr/>
        </p:nvCxnSpPr>
        <p:spPr>
          <a:xfrm>
            <a:off x="4484413" y="4256650"/>
            <a:ext cx="33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9" name="Google Shape;1389;p26"/>
          <p:cNvCxnSpPr/>
          <p:nvPr/>
        </p:nvCxnSpPr>
        <p:spPr>
          <a:xfrm>
            <a:off x="6353363" y="4256650"/>
            <a:ext cx="33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90" name="Google Shape;1390;p26"/>
          <p:cNvCxnSpPr/>
          <p:nvPr/>
        </p:nvCxnSpPr>
        <p:spPr>
          <a:xfrm>
            <a:off x="7497263" y="4256750"/>
            <a:ext cx="33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91" name="Google Shape;1391;p26"/>
          <p:cNvSpPr txBox="1"/>
          <p:nvPr/>
        </p:nvSpPr>
        <p:spPr>
          <a:xfrm>
            <a:off x="2500225" y="4629200"/>
            <a:ext cx="17658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Тестовое изменение</a:t>
            </a:r>
            <a:endParaRPr b="0" i="0" sz="14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392" name="Google Shape;1392;p26"/>
          <p:cNvSpPr txBox="1"/>
          <p:nvPr/>
        </p:nvSpPr>
        <p:spPr>
          <a:xfrm>
            <a:off x="4716025" y="4629200"/>
            <a:ext cx="17658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Операционный слой</a:t>
            </a:r>
            <a:endParaRPr b="0" i="0" sz="14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393" name="Google Shape;1393;p26"/>
          <p:cNvSpPr txBox="1"/>
          <p:nvPr/>
        </p:nvSpPr>
        <p:spPr>
          <a:xfrm>
            <a:off x="338250" y="4629200"/>
            <a:ext cx="17658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Операционный слой</a:t>
            </a:r>
            <a:endParaRPr b="0" i="0" sz="14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394" name="Google Shape;1394;p26"/>
          <p:cNvSpPr txBox="1"/>
          <p:nvPr/>
        </p:nvSpPr>
        <p:spPr>
          <a:xfrm>
            <a:off x="6971525" y="4629200"/>
            <a:ext cx="13905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Бизнес-уровень</a:t>
            </a:r>
            <a:endParaRPr b="0" i="0" sz="14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27"/>
          <p:cNvSpPr txBox="1"/>
          <p:nvPr>
            <p:ph type="title"/>
          </p:nvPr>
        </p:nvSpPr>
        <p:spPr>
          <a:xfrm>
            <a:off x="1476600" y="96025"/>
            <a:ext cx="619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ru" sz="2600"/>
              <a:t>A/B-тест: проверяем эффект на операционном и бизнес-уровне</a:t>
            </a:r>
            <a:endParaRPr sz="2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sp>
        <p:nvSpPr>
          <p:cNvPr id="1400" name="Google Shape;1400;p27"/>
          <p:cNvSpPr txBox="1"/>
          <p:nvPr/>
        </p:nvSpPr>
        <p:spPr>
          <a:xfrm>
            <a:off x="1914150" y="1027875"/>
            <a:ext cx="522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Единица эксперимента — лид. Новые лиды распределяются между группами случайно 50/50.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27"/>
          <p:cNvSpPr/>
          <p:nvPr/>
        </p:nvSpPr>
        <p:spPr>
          <a:xfrm>
            <a:off x="673050" y="1576225"/>
            <a:ext cx="3044100" cy="7779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Control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Текущий процесс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обработки лида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402" name="Google Shape;1402;p27"/>
          <p:cNvSpPr/>
          <p:nvPr/>
        </p:nvSpPr>
        <p:spPr>
          <a:xfrm>
            <a:off x="5341050" y="1576213"/>
            <a:ext cx="3044100" cy="77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Test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SMS после неуспешного звонка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+ повторный звонок в течение часа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403" name="Google Shape;1403;p27"/>
          <p:cNvSpPr/>
          <p:nvPr/>
        </p:nvSpPr>
        <p:spPr>
          <a:xfrm>
            <a:off x="540000" y="2672175"/>
            <a:ext cx="7978200" cy="7308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Уровень 1 — операционный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Доля лидов с хотя бы одним успешным контактом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p = 79.65%   |   MDE = 5 п.п.   |   1 038 лидов в группе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404" name="Google Shape;1404;p27"/>
          <p:cNvSpPr/>
          <p:nvPr/>
        </p:nvSpPr>
        <p:spPr>
          <a:xfrm>
            <a:off x="540000" y="3633350"/>
            <a:ext cx="7978200" cy="730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Уровень 2 — бизнес-уровень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C1 = студенты / лиды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>
                <a:latin typeface="Titillium Web"/>
                <a:ea typeface="Titillium Web"/>
                <a:cs typeface="Titillium Web"/>
                <a:sym typeface="Titillium Web"/>
              </a:rPr>
              <a:t>Бизнес-метрика теста: оцениваем возможное влияние на Revenue и CM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405" name="Google Shape;1405;p27"/>
          <p:cNvSpPr/>
          <p:nvPr/>
        </p:nvSpPr>
        <p:spPr>
          <a:xfrm>
            <a:off x="540000" y="4594525"/>
            <a:ext cx="7845300" cy="4035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1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Успешный контакт ↑ и C1 ↑ →</a:t>
            </a:r>
            <a:r>
              <a:rPr b="1" lang="ru" sz="11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оцениваем CM с учетом затрат на SMS и принимаем решение о масштабировании </a:t>
            </a:r>
            <a:endParaRPr b="1" sz="11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28"/>
          <p:cNvSpPr txBox="1"/>
          <p:nvPr>
            <p:ph type="ctrTitle"/>
          </p:nvPr>
        </p:nvSpPr>
        <p:spPr>
          <a:xfrm>
            <a:off x="2616600" y="338250"/>
            <a:ext cx="39108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ru" sz="3600"/>
              <a:t>Юнит-экономика</a:t>
            </a:r>
            <a:endParaRPr/>
          </a:p>
        </p:txBody>
      </p:sp>
      <p:grpSp>
        <p:nvGrpSpPr>
          <p:cNvPr id="1411" name="Google Shape;1411;p28"/>
          <p:cNvGrpSpPr/>
          <p:nvPr/>
        </p:nvGrpSpPr>
        <p:grpSpPr>
          <a:xfrm>
            <a:off x="2358380" y="1358577"/>
            <a:ext cx="4427235" cy="3469503"/>
            <a:chOff x="5306450" y="1437175"/>
            <a:chExt cx="3329249" cy="2609041"/>
          </a:xfrm>
        </p:grpSpPr>
        <p:sp>
          <p:nvSpPr>
            <p:cNvPr id="1412" name="Google Shape;1412;p28"/>
            <p:cNvSpPr/>
            <p:nvPr/>
          </p:nvSpPr>
          <p:spPr>
            <a:xfrm>
              <a:off x="7857393" y="3731090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01" y="0"/>
                  </a:moveTo>
                  <a:lnTo>
                    <a:pt x="0" y="176"/>
                  </a:lnTo>
                  <a:lnTo>
                    <a:pt x="451" y="903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28"/>
            <p:cNvSpPr/>
            <p:nvPr/>
          </p:nvSpPr>
          <p:spPr>
            <a:xfrm>
              <a:off x="7794906" y="3630171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01" y="1"/>
                  </a:moveTo>
                  <a:lnTo>
                    <a:pt x="1" y="176"/>
                  </a:lnTo>
                  <a:lnTo>
                    <a:pt x="427" y="903"/>
                  </a:lnTo>
                  <a:lnTo>
                    <a:pt x="753" y="702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28"/>
            <p:cNvSpPr/>
            <p:nvPr/>
          </p:nvSpPr>
          <p:spPr>
            <a:xfrm>
              <a:off x="7732515" y="3529348"/>
              <a:ext cx="72070" cy="86544"/>
            </a:xfrm>
            <a:custGeom>
              <a:rect b="b" l="l" r="r" t="t"/>
              <a:pathLst>
                <a:path extrusionOk="0" h="903" w="752">
                  <a:moveTo>
                    <a:pt x="301" y="0"/>
                  </a:moveTo>
                  <a:lnTo>
                    <a:pt x="0" y="201"/>
                  </a:lnTo>
                  <a:lnTo>
                    <a:pt x="426" y="902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28"/>
            <p:cNvSpPr/>
            <p:nvPr/>
          </p:nvSpPr>
          <p:spPr>
            <a:xfrm>
              <a:off x="7667632" y="3428429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26" y="0"/>
                  </a:moveTo>
                  <a:lnTo>
                    <a:pt x="0" y="201"/>
                  </a:lnTo>
                  <a:lnTo>
                    <a:pt x="451" y="903"/>
                  </a:lnTo>
                  <a:lnTo>
                    <a:pt x="752" y="702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28"/>
            <p:cNvSpPr/>
            <p:nvPr/>
          </p:nvSpPr>
          <p:spPr>
            <a:xfrm>
              <a:off x="7605145" y="3327510"/>
              <a:ext cx="72166" cy="86639"/>
            </a:xfrm>
            <a:custGeom>
              <a:rect b="b" l="l" r="r" t="t"/>
              <a:pathLst>
                <a:path extrusionOk="0" h="904" w="753">
                  <a:moveTo>
                    <a:pt x="327" y="1"/>
                  </a:moveTo>
                  <a:lnTo>
                    <a:pt x="1" y="201"/>
                  </a:lnTo>
                  <a:lnTo>
                    <a:pt x="452" y="903"/>
                  </a:lnTo>
                  <a:lnTo>
                    <a:pt x="753" y="703"/>
                  </a:lnTo>
                  <a:lnTo>
                    <a:pt x="327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28"/>
            <p:cNvSpPr/>
            <p:nvPr/>
          </p:nvSpPr>
          <p:spPr>
            <a:xfrm>
              <a:off x="7542754" y="3226687"/>
              <a:ext cx="72070" cy="86544"/>
            </a:xfrm>
            <a:custGeom>
              <a:rect b="b" l="l" r="r" t="t"/>
              <a:pathLst>
                <a:path extrusionOk="0" h="903" w="752">
                  <a:moveTo>
                    <a:pt x="301" y="0"/>
                  </a:moveTo>
                  <a:lnTo>
                    <a:pt x="0" y="201"/>
                  </a:lnTo>
                  <a:lnTo>
                    <a:pt x="451" y="902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28"/>
            <p:cNvSpPr/>
            <p:nvPr/>
          </p:nvSpPr>
          <p:spPr>
            <a:xfrm>
              <a:off x="7480267" y="3125768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01" y="1"/>
                  </a:moveTo>
                  <a:lnTo>
                    <a:pt x="0" y="201"/>
                  </a:lnTo>
                  <a:lnTo>
                    <a:pt x="427" y="903"/>
                  </a:lnTo>
                  <a:lnTo>
                    <a:pt x="752" y="702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28"/>
            <p:cNvSpPr/>
            <p:nvPr/>
          </p:nvSpPr>
          <p:spPr>
            <a:xfrm>
              <a:off x="7417780" y="3024850"/>
              <a:ext cx="72166" cy="86639"/>
            </a:xfrm>
            <a:custGeom>
              <a:rect b="b" l="l" r="r" t="t"/>
              <a:pathLst>
                <a:path extrusionOk="0" h="904" w="753">
                  <a:moveTo>
                    <a:pt x="302" y="1"/>
                  </a:moveTo>
                  <a:lnTo>
                    <a:pt x="1" y="201"/>
                  </a:lnTo>
                  <a:lnTo>
                    <a:pt x="427" y="903"/>
                  </a:lnTo>
                  <a:lnTo>
                    <a:pt x="753" y="7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28"/>
            <p:cNvSpPr/>
            <p:nvPr/>
          </p:nvSpPr>
          <p:spPr>
            <a:xfrm>
              <a:off x="7352993" y="2924027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26" y="0"/>
                  </a:moveTo>
                  <a:lnTo>
                    <a:pt x="0" y="201"/>
                  </a:lnTo>
                  <a:lnTo>
                    <a:pt x="451" y="902"/>
                  </a:lnTo>
                  <a:lnTo>
                    <a:pt x="752" y="702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28"/>
            <p:cNvSpPr/>
            <p:nvPr/>
          </p:nvSpPr>
          <p:spPr>
            <a:xfrm>
              <a:off x="7290506" y="2823108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26" y="1"/>
                  </a:moveTo>
                  <a:lnTo>
                    <a:pt x="1" y="201"/>
                  </a:lnTo>
                  <a:lnTo>
                    <a:pt x="452" y="903"/>
                  </a:lnTo>
                  <a:lnTo>
                    <a:pt x="752" y="702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28"/>
            <p:cNvSpPr/>
            <p:nvPr/>
          </p:nvSpPr>
          <p:spPr>
            <a:xfrm>
              <a:off x="7228019" y="2722189"/>
              <a:ext cx="72166" cy="86639"/>
            </a:xfrm>
            <a:custGeom>
              <a:rect b="b" l="l" r="r" t="t"/>
              <a:pathLst>
                <a:path extrusionOk="0" h="904" w="753">
                  <a:moveTo>
                    <a:pt x="302" y="1"/>
                  </a:moveTo>
                  <a:lnTo>
                    <a:pt x="1" y="201"/>
                  </a:lnTo>
                  <a:lnTo>
                    <a:pt x="452" y="903"/>
                  </a:lnTo>
                  <a:lnTo>
                    <a:pt x="753" y="7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28"/>
            <p:cNvSpPr/>
            <p:nvPr/>
          </p:nvSpPr>
          <p:spPr>
            <a:xfrm>
              <a:off x="7165628" y="2621366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01" y="0"/>
                  </a:moveTo>
                  <a:lnTo>
                    <a:pt x="0" y="201"/>
                  </a:lnTo>
                  <a:lnTo>
                    <a:pt x="426" y="903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28"/>
            <p:cNvSpPr/>
            <p:nvPr/>
          </p:nvSpPr>
          <p:spPr>
            <a:xfrm>
              <a:off x="7103141" y="2520447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01" y="1"/>
                  </a:moveTo>
                  <a:lnTo>
                    <a:pt x="1" y="201"/>
                  </a:lnTo>
                  <a:lnTo>
                    <a:pt x="427" y="903"/>
                  </a:lnTo>
                  <a:lnTo>
                    <a:pt x="752" y="702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28"/>
            <p:cNvSpPr/>
            <p:nvPr/>
          </p:nvSpPr>
          <p:spPr>
            <a:xfrm>
              <a:off x="7040654" y="2419624"/>
              <a:ext cx="69770" cy="86544"/>
            </a:xfrm>
            <a:custGeom>
              <a:rect b="b" l="l" r="r" t="t"/>
              <a:pathLst>
                <a:path extrusionOk="0" h="903" w="728">
                  <a:moveTo>
                    <a:pt x="302" y="0"/>
                  </a:moveTo>
                  <a:lnTo>
                    <a:pt x="1" y="201"/>
                  </a:lnTo>
                  <a:lnTo>
                    <a:pt x="427" y="902"/>
                  </a:lnTo>
                  <a:lnTo>
                    <a:pt x="728" y="7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28"/>
            <p:cNvSpPr/>
            <p:nvPr/>
          </p:nvSpPr>
          <p:spPr>
            <a:xfrm>
              <a:off x="6975867" y="2318705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26" y="0"/>
                  </a:moveTo>
                  <a:lnTo>
                    <a:pt x="0" y="201"/>
                  </a:lnTo>
                  <a:lnTo>
                    <a:pt x="451" y="903"/>
                  </a:lnTo>
                  <a:lnTo>
                    <a:pt x="752" y="702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28"/>
            <p:cNvSpPr/>
            <p:nvPr/>
          </p:nvSpPr>
          <p:spPr>
            <a:xfrm>
              <a:off x="6913380" y="2217787"/>
              <a:ext cx="72166" cy="86639"/>
            </a:xfrm>
            <a:custGeom>
              <a:rect b="b" l="l" r="r" t="t"/>
              <a:pathLst>
                <a:path extrusionOk="0" h="904" w="753">
                  <a:moveTo>
                    <a:pt x="326" y="1"/>
                  </a:moveTo>
                  <a:lnTo>
                    <a:pt x="1" y="201"/>
                  </a:lnTo>
                  <a:lnTo>
                    <a:pt x="452" y="903"/>
                  </a:lnTo>
                  <a:lnTo>
                    <a:pt x="753" y="703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28"/>
            <p:cNvSpPr/>
            <p:nvPr/>
          </p:nvSpPr>
          <p:spPr>
            <a:xfrm>
              <a:off x="6850989" y="2116964"/>
              <a:ext cx="72070" cy="86544"/>
            </a:xfrm>
            <a:custGeom>
              <a:rect b="b" l="l" r="r" t="t"/>
              <a:pathLst>
                <a:path extrusionOk="0" h="903" w="752">
                  <a:moveTo>
                    <a:pt x="301" y="0"/>
                  </a:moveTo>
                  <a:lnTo>
                    <a:pt x="0" y="201"/>
                  </a:lnTo>
                  <a:lnTo>
                    <a:pt x="451" y="902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28"/>
            <p:cNvSpPr/>
            <p:nvPr/>
          </p:nvSpPr>
          <p:spPr>
            <a:xfrm>
              <a:off x="6788502" y="2016045"/>
              <a:ext cx="72166" cy="86544"/>
            </a:xfrm>
            <a:custGeom>
              <a:rect b="b" l="l" r="r" t="t"/>
              <a:pathLst>
                <a:path extrusionOk="0" h="903" w="753">
                  <a:moveTo>
                    <a:pt x="301" y="0"/>
                  </a:moveTo>
                  <a:lnTo>
                    <a:pt x="0" y="201"/>
                  </a:lnTo>
                  <a:lnTo>
                    <a:pt x="426" y="903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28"/>
            <p:cNvSpPr/>
            <p:nvPr/>
          </p:nvSpPr>
          <p:spPr>
            <a:xfrm>
              <a:off x="6726015" y="1915126"/>
              <a:ext cx="72166" cy="86639"/>
            </a:xfrm>
            <a:custGeom>
              <a:rect b="b" l="l" r="r" t="t"/>
              <a:pathLst>
                <a:path extrusionOk="0" h="904" w="753">
                  <a:moveTo>
                    <a:pt x="302" y="1"/>
                  </a:moveTo>
                  <a:lnTo>
                    <a:pt x="1" y="201"/>
                  </a:lnTo>
                  <a:lnTo>
                    <a:pt x="427" y="903"/>
                  </a:lnTo>
                  <a:lnTo>
                    <a:pt x="753" y="7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28"/>
            <p:cNvSpPr/>
            <p:nvPr/>
          </p:nvSpPr>
          <p:spPr>
            <a:xfrm>
              <a:off x="5611505" y="1437175"/>
              <a:ext cx="2846470" cy="2394850"/>
            </a:xfrm>
            <a:custGeom>
              <a:rect b="b" l="l" r="r" t="t"/>
              <a:pathLst>
                <a:path extrusionOk="0" h="24988" w="29701">
                  <a:moveTo>
                    <a:pt x="14863" y="0"/>
                  </a:moveTo>
                  <a:lnTo>
                    <a:pt x="1" y="24988"/>
                  </a:lnTo>
                  <a:lnTo>
                    <a:pt x="29700" y="24988"/>
                  </a:lnTo>
                  <a:lnTo>
                    <a:pt x="148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28"/>
            <p:cNvSpPr/>
            <p:nvPr/>
          </p:nvSpPr>
          <p:spPr>
            <a:xfrm>
              <a:off x="5611505" y="3137748"/>
              <a:ext cx="2846470" cy="694265"/>
            </a:xfrm>
            <a:custGeom>
              <a:rect b="b" l="l" r="r" t="t"/>
              <a:pathLst>
                <a:path extrusionOk="0" h="7244" w="29701">
                  <a:moveTo>
                    <a:pt x="4311" y="1"/>
                  </a:moveTo>
                  <a:lnTo>
                    <a:pt x="1" y="7244"/>
                  </a:lnTo>
                  <a:lnTo>
                    <a:pt x="29700" y="7244"/>
                  </a:lnTo>
                  <a:lnTo>
                    <a:pt x="253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28"/>
            <p:cNvSpPr/>
            <p:nvPr/>
          </p:nvSpPr>
          <p:spPr>
            <a:xfrm>
              <a:off x="6420960" y="1437175"/>
              <a:ext cx="1229883" cy="1035360"/>
            </a:xfrm>
            <a:custGeom>
              <a:rect b="b" l="l" r="r" t="t"/>
              <a:pathLst>
                <a:path extrusionOk="0" h="10803" w="12833">
                  <a:moveTo>
                    <a:pt x="6417" y="0"/>
                  </a:moveTo>
                  <a:lnTo>
                    <a:pt x="1" y="10802"/>
                  </a:lnTo>
                  <a:lnTo>
                    <a:pt x="12833" y="10802"/>
                  </a:lnTo>
                  <a:lnTo>
                    <a:pt x="64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28"/>
            <p:cNvSpPr/>
            <p:nvPr/>
          </p:nvSpPr>
          <p:spPr>
            <a:xfrm>
              <a:off x="6420960" y="2102492"/>
              <a:ext cx="1229883" cy="370038"/>
            </a:xfrm>
            <a:custGeom>
              <a:rect b="b" l="l" r="r" t="t"/>
              <a:pathLst>
                <a:path extrusionOk="0" h="3861" w="12833">
                  <a:moveTo>
                    <a:pt x="2281" y="1"/>
                  </a:moveTo>
                  <a:lnTo>
                    <a:pt x="1" y="3860"/>
                  </a:lnTo>
                  <a:lnTo>
                    <a:pt x="12833" y="3860"/>
                  </a:lnTo>
                  <a:lnTo>
                    <a:pt x="105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28"/>
            <p:cNvSpPr/>
            <p:nvPr/>
          </p:nvSpPr>
          <p:spPr>
            <a:xfrm>
              <a:off x="7569110" y="1915126"/>
              <a:ext cx="161007" cy="158615"/>
            </a:xfrm>
            <a:custGeom>
              <a:rect b="b" l="l" r="r" t="t"/>
              <a:pathLst>
                <a:path extrusionOk="0" h="1655" w="1680">
                  <a:moveTo>
                    <a:pt x="302" y="1"/>
                  </a:moveTo>
                  <a:lnTo>
                    <a:pt x="1" y="277"/>
                  </a:lnTo>
                  <a:lnTo>
                    <a:pt x="1379" y="1655"/>
                  </a:lnTo>
                  <a:lnTo>
                    <a:pt x="1680" y="1354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28"/>
            <p:cNvSpPr/>
            <p:nvPr/>
          </p:nvSpPr>
          <p:spPr>
            <a:xfrm>
              <a:off x="7571506" y="1915126"/>
              <a:ext cx="156215" cy="158615"/>
            </a:xfrm>
            <a:custGeom>
              <a:rect b="b" l="l" r="r" t="t"/>
              <a:pathLst>
                <a:path extrusionOk="0" h="1655" w="1630">
                  <a:moveTo>
                    <a:pt x="1354" y="1"/>
                  </a:moveTo>
                  <a:lnTo>
                    <a:pt x="1" y="1354"/>
                  </a:lnTo>
                  <a:lnTo>
                    <a:pt x="277" y="1655"/>
                  </a:lnTo>
                  <a:lnTo>
                    <a:pt x="1630" y="277"/>
                  </a:lnTo>
                  <a:lnTo>
                    <a:pt x="13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28"/>
            <p:cNvSpPr/>
            <p:nvPr/>
          </p:nvSpPr>
          <p:spPr>
            <a:xfrm>
              <a:off x="5882921" y="2025629"/>
              <a:ext cx="187458" cy="187463"/>
            </a:xfrm>
            <a:custGeom>
              <a:rect b="b" l="l" r="r" t="t"/>
              <a:pathLst>
                <a:path extrusionOk="0" h="1956" w="1956">
                  <a:moveTo>
                    <a:pt x="978" y="427"/>
                  </a:moveTo>
                  <a:cubicBezTo>
                    <a:pt x="1279" y="427"/>
                    <a:pt x="1530" y="677"/>
                    <a:pt x="1530" y="978"/>
                  </a:cubicBezTo>
                  <a:cubicBezTo>
                    <a:pt x="1530" y="1279"/>
                    <a:pt x="1279" y="1530"/>
                    <a:pt x="978" y="1530"/>
                  </a:cubicBezTo>
                  <a:cubicBezTo>
                    <a:pt x="652" y="1530"/>
                    <a:pt x="402" y="1279"/>
                    <a:pt x="402" y="978"/>
                  </a:cubicBezTo>
                  <a:cubicBezTo>
                    <a:pt x="402" y="677"/>
                    <a:pt x="652" y="427"/>
                    <a:pt x="978" y="427"/>
                  </a:cubicBezTo>
                  <a:close/>
                  <a:moveTo>
                    <a:pt x="978" y="1"/>
                  </a:moveTo>
                  <a:cubicBezTo>
                    <a:pt x="427" y="1"/>
                    <a:pt x="1" y="452"/>
                    <a:pt x="1" y="978"/>
                  </a:cubicBezTo>
                  <a:cubicBezTo>
                    <a:pt x="1" y="1505"/>
                    <a:pt x="427" y="1956"/>
                    <a:pt x="978" y="1956"/>
                  </a:cubicBezTo>
                  <a:cubicBezTo>
                    <a:pt x="1504" y="1956"/>
                    <a:pt x="1956" y="1505"/>
                    <a:pt x="1956" y="978"/>
                  </a:cubicBezTo>
                  <a:cubicBezTo>
                    <a:pt x="1956" y="452"/>
                    <a:pt x="1504" y="1"/>
                    <a:pt x="978" y="1"/>
                  </a:cubicBezTo>
                  <a:close/>
                </a:path>
              </a:pathLst>
            </a:custGeom>
            <a:solidFill>
              <a:srgbClr val="6186CC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28"/>
            <p:cNvSpPr/>
            <p:nvPr/>
          </p:nvSpPr>
          <p:spPr>
            <a:xfrm>
              <a:off x="5882921" y="2025629"/>
              <a:ext cx="187458" cy="187463"/>
            </a:xfrm>
            <a:custGeom>
              <a:rect b="b" l="l" r="r" t="t"/>
              <a:pathLst>
                <a:path extrusionOk="0" h="1956" w="1956">
                  <a:moveTo>
                    <a:pt x="978" y="427"/>
                  </a:moveTo>
                  <a:cubicBezTo>
                    <a:pt x="1279" y="427"/>
                    <a:pt x="1530" y="677"/>
                    <a:pt x="1530" y="978"/>
                  </a:cubicBezTo>
                  <a:cubicBezTo>
                    <a:pt x="1530" y="1279"/>
                    <a:pt x="1279" y="1530"/>
                    <a:pt x="978" y="1530"/>
                  </a:cubicBezTo>
                  <a:cubicBezTo>
                    <a:pt x="652" y="1530"/>
                    <a:pt x="402" y="1279"/>
                    <a:pt x="402" y="978"/>
                  </a:cubicBezTo>
                  <a:cubicBezTo>
                    <a:pt x="402" y="677"/>
                    <a:pt x="652" y="427"/>
                    <a:pt x="978" y="427"/>
                  </a:cubicBezTo>
                  <a:close/>
                  <a:moveTo>
                    <a:pt x="978" y="1"/>
                  </a:moveTo>
                  <a:cubicBezTo>
                    <a:pt x="427" y="1"/>
                    <a:pt x="1" y="452"/>
                    <a:pt x="1" y="978"/>
                  </a:cubicBezTo>
                  <a:cubicBezTo>
                    <a:pt x="1" y="1505"/>
                    <a:pt x="427" y="1956"/>
                    <a:pt x="978" y="1956"/>
                  </a:cubicBezTo>
                  <a:cubicBezTo>
                    <a:pt x="1504" y="1956"/>
                    <a:pt x="1956" y="1505"/>
                    <a:pt x="1956" y="978"/>
                  </a:cubicBezTo>
                  <a:cubicBezTo>
                    <a:pt x="1956" y="452"/>
                    <a:pt x="1504" y="1"/>
                    <a:pt x="9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28"/>
            <p:cNvSpPr/>
            <p:nvPr/>
          </p:nvSpPr>
          <p:spPr>
            <a:xfrm>
              <a:off x="8371377" y="2539711"/>
              <a:ext cx="36131" cy="52904"/>
            </a:xfrm>
            <a:custGeom>
              <a:rect b="b" l="l" r="r" t="t"/>
              <a:pathLst>
                <a:path extrusionOk="0" h="552" w="377">
                  <a:moveTo>
                    <a:pt x="1" y="0"/>
                  </a:moveTo>
                  <a:lnTo>
                    <a:pt x="1" y="552"/>
                  </a:lnTo>
                  <a:lnTo>
                    <a:pt x="377" y="55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28"/>
            <p:cNvSpPr/>
            <p:nvPr/>
          </p:nvSpPr>
          <p:spPr>
            <a:xfrm>
              <a:off x="8371377" y="2616574"/>
              <a:ext cx="36131" cy="52904"/>
            </a:xfrm>
            <a:custGeom>
              <a:rect b="b" l="l" r="r" t="t"/>
              <a:pathLst>
                <a:path extrusionOk="0" h="552" w="377">
                  <a:moveTo>
                    <a:pt x="1" y="0"/>
                  </a:moveTo>
                  <a:lnTo>
                    <a:pt x="1" y="552"/>
                  </a:lnTo>
                  <a:lnTo>
                    <a:pt x="377" y="55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28"/>
            <p:cNvSpPr/>
            <p:nvPr/>
          </p:nvSpPr>
          <p:spPr>
            <a:xfrm>
              <a:off x="8371377" y="2693437"/>
              <a:ext cx="36131" cy="52904"/>
            </a:xfrm>
            <a:custGeom>
              <a:rect b="b" l="l" r="r" t="t"/>
              <a:pathLst>
                <a:path extrusionOk="0" h="552" w="377">
                  <a:moveTo>
                    <a:pt x="1" y="0"/>
                  </a:moveTo>
                  <a:lnTo>
                    <a:pt x="1" y="552"/>
                  </a:lnTo>
                  <a:lnTo>
                    <a:pt x="377" y="55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28"/>
            <p:cNvSpPr/>
            <p:nvPr/>
          </p:nvSpPr>
          <p:spPr>
            <a:xfrm>
              <a:off x="8371377" y="2770300"/>
              <a:ext cx="36131" cy="50508"/>
            </a:xfrm>
            <a:custGeom>
              <a:rect b="b" l="l" r="r" t="t"/>
              <a:pathLst>
                <a:path extrusionOk="0" h="527" w="377">
                  <a:moveTo>
                    <a:pt x="1" y="0"/>
                  </a:moveTo>
                  <a:lnTo>
                    <a:pt x="1" y="527"/>
                  </a:lnTo>
                  <a:lnTo>
                    <a:pt x="377" y="527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28"/>
            <p:cNvSpPr/>
            <p:nvPr/>
          </p:nvSpPr>
          <p:spPr>
            <a:xfrm>
              <a:off x="8371377" y="2847163"/>
              <a:ext cx="36131" cy="50508"/>
            </a:xfrm>
            <a:custGeom>
              <a:rect b="b" l="l" r="r" t="t"/>
              <a:pathLst>
                <a:path extrusionOk="0" h="527" w="377">
                  <a:moveTo>
                    <a:pt x="1" y="0"/>
                  </a:moveTo>
                  <a:lnTo>
                    <a:pt x="1" y="527"/>
                  </a:lnTo>
                  <a:lnTo>
                    <a:pt x="377" y="527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28"/>
            <p:cNvSpPr/>
            <p:nvPr/>
          </p:nvSpPr>
          <p:spPr>
            <a:xfrm>
              <a:off x="8371377" y="2924027"/>
              <a:ext cx="36131" cy="50508"/>
            </a:xfrm>
            <a:custGeom>
              <a:rect b="b" l="l" r="r" t="t"/>
              <a:pathLst>
                <a:path extrusionOk="0" h="527" w="377">
                  <a:moveTo>
                    <a:pt x="1" y="0"/>
                  </a:moveTo>
                  <a:lnTo>
                    <a:pt x="1" y="527"/>
                  </a:lnTo>
                  <a:lnTo>
                    <a:pt x="377" y="527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28"/>
            <p:cNvSpPr/>
            <p:nvPr/>
          </p:nvSpPr>
          <p:spPr>
            <a:xfrm>
              <a:off x="8371377" y="3000890"/>
              <a:ext cx="36131" cy="50508"/>
            </a:xfrm>
            <a:custGeom>
              <a:rect b="b" l="l" r="r" t="t"/>
              <a:pathLst>
                <a:path extrusionOk="0" h="527" w="377">
                  <a:moveTo>
                    <a:pt x="1" y="0"/>
                  </a:moveTo>
                  <a:lnTo>
                    <a:pt x="1" y="527"/>
                  </a:lnTo>
                  <a:lnTo>
                    <a:pt x="377" y="527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28"/>
            <p:cNvSpPr/>
            <p:nvPr/>
          </p:nvSpPr>
          <p:spPr>
            <a:xfrm>
              <a:off x="7297694" y="2743849"/>
              <a:ext cx="795164" cy="129767"/>
            </a:xfrm>
            <a:custGeom>
              <a:rect b="b" l="l" r="r" t="t"/>
              <a:pathLst>
                <a:path extrusionOk="0" h="1354" w="8297">
                  <a:moveTo>
                    <a:pt x="176" y="1"/>
                  </a:moveTo>
                  <a:lnTo>
                    <a:pt x="1" y="176"/>
                  </a:lnTo>
                  <a:lnTo>
                    <a:pt x="677" y="928"/>
                  </a:lnTo>
                  <a:cubicBezTo>
                    <a:pt x="826" y="1117"/>
                    <a:pt x="1047" y="1211"/>
                    <a:pt x="1270" y="1211"/>
                  </a:cubicBezTo>
                  <a:cubicBezTo>
                    <a:pt x="1462" y="1211"/>
                    <a:pt x="1655" y="1142"/>
                    <a:pt x="1805" y="1003"/>
                  </a:cubicBezTo>
                  <a:lnTo>
                    <a:pt x="2407" y="477"/>
                  </a:lnTo>
                  <a:cubicBezTo>
                    <a:pt x="2532" y="376"/>
                    <a:pt x="2682" y="326"/>
                    <a:pt x="2833" y="326"/>
                  </a:cubicBezTo>
                  <a:cubicBezTo>
                    <a:pt x="2983" y="351"/>
                    <a:pt x="3108" y="402"/>
                    <a:pt x="3209" y="527"/>
                  </a:cubicBezTo>
                  <a:lnTo>
                    <a:pt x="3660" y="1028"/>
                  </a:lnTo>
                  <a:cubicBezTo>
                    <a:pt x="3785" y="1204"/>
                    <a:pt x="3986" y="1304"/>
                    <a:pt x="4211" y="1304"/>
                  </a:cubicBezTo>
                  <a:cubicBezTo>
                    <a:pt x="4237" y="1307"/>
                    <a:pt x="4263" y="1309"/>
                    <a:pt x="4289" y="1309"/>
                  </a:cubicBezTo>
                  <a:cubicBezTo>
                    <a:pt x="4468" y="1309"/>
                    <a:pt x="4656" y="1235"/>
                    <a:pt x="4788" y="1103"/>
                  </a:cubicBezTo>
                  <a:lnTo>
                    <a:pt x="5339" y="627"/>
                  </a:lnTo>
                  <a:cubicBezTo>
                    <a:pt x="5423" y="523"/>
                    <a:pt x="5541" y="470"/>
                    <a:pt x="5680" y="470"/>
                  </a:cubicBezTo>
                  <a:cubicBezTo>
                    <a:pt x="5707" y="470"/>
                    <a:pt x="5736" y="473"/>
                    <a:pt x="5765" y="477"/>
                  </a:cubicBezTo>
                  <a:cubicBezTo>
                    <a:pt x="5916" y="502"/>
                    <a:pt x="6041" y="577"/>
                    <a:pt x="6141" y="677"/>
                  </a:cubicBezTo>
                  <a:lnTo>
                    <a:pt x="6417" y="1028"/>
                  </a:lnTo>
                  <a:cubicBezTo>
                    <a:pt x="6567" y="1229"/>
                    <a:pt x="6768" y="1329"/>
                    <a:pt x="7018" y="1354"/>
                  </a:cubicBezTo>
                  <a:cubicBezTo>
                    <a:pt x="7244" y="1354"/>
                    <a:pt x="7469" y="1254"/>
                    <a:pt x="7645" y="1078"/>
                  </a:cubicBezTo>
                  <a:lnTo>
                    <a:pt x="8296" y="376"/>
                  </a:lnTo>
                  <a:lnTo>
                    <a:pt x="8121" y="226"/>
                  </a:lnTo>
                  <a:lnTo>
                    <a:pt x="7444" y="928"/>
                  </a:lnTo>
                  <a:cubicBezTo>
                    <a:pt x="7344" y="1053"/>
                    <a:pt x="7194" y="1103"/>
                    <a:pt x="7018" y="1103"/>
                  </a:cubicBezTo>
                  <a:cubicBezTo>
                    <a:pt x="6868" y="1103"/>
                    <a:pt x="6718" y="1028"/>
                    <a:pt x="6617" y="878"/>
                  </a:cubicBezTo>
                  <a:lnTo>
                    <a:pt x="6342" y="527"/>
                  </a:lnTo>
                  <a:cubicBezTo>
                    <a:pt x="6191" y="376"/>
                    <a:pt x="5991" y="251"/>
                    <a:pt x="5765" y="226"/>
                  </a:cubicBezTo>
                  <a:cubicBezTo>
                    <a:pt x="5565" y="226"/>
                    <a:pt x="5339" y="301"/>
                    <a:pt x="5164" y="427"/>
                  </a:cubicBezTo>
                  <a:lnTo>
                    <a:pt x="4637" y="928"/>
                  </a:lnTo>
                  <a:cubicBezTo>
                    <a:pt x="4512" y="1028"/>
                    <a:pt x="4362" y="1078"/>
                    <a:pt x="4211" y="1078"/>
                  </a:cubicBezTo>
                  <a:cubicBezTo>
                    <a:pt x="4061" y="1053"/>
                    <a:pt x="3936" y="1003"/>
                    <a:pt x="3835" y="878"/>
                  </a:cubicBezTo>
                  <a:lnTo>
                    <a:pt x="3384" y="351"/>
                  </a:lnTo>
                  <a:cubicBezTo>
                    <a:pt x="3259" y="201"/>
                    <a:pt x="3058" y="101"/>
                    <a:pt x="2833" y="101"/>
                  </a:cubicBezTo>
                  <a:cubicBezTo>
                    <a:pt x="2807" y="98"/>
                    <a:pt x="2781" y="96"/>
                    <a:pt x="2755" y="96"/>
                  </a:cubicBezTo>
                  <a:cubicBezTo>
                    <a:pt x="2581" y="96"/>
                    <a:pt x="2409" y="167"/>
                    <a:pt x="2256" y="276"/>
                  </a:cubicBezTo>
                  <a:lnTo>
                    <a:pt x="1630" y="828"/>
                  </a:lnTo>
                  <a:cubicBezTo>
                    <a:pt x="1527" y="919"/>
                    <a:pt x="1398" y="964"/>
                    <a:pt x="1269" y="964"/>
                  </a:cubicBezTo>
                  <a:cubicBezTo>
                    <a:pt x="1115" y="964"/>
                    <a:pt x="962" y="900"/>
                    <a:pt x="853" y="777"/>
                  </a:cubicBezTo>
                  <a:lnTo>
                    <a:pt x="1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28"/>
            <p:cNvSpPr/>
            <p:nvPr/>
          </p:nvSpPr>
          <p:spPr>
            <a:xfrm>
              <a:off x="7405800" y="1593298"/>
              <a:ext cx="756733" cy="319531"/>
            </a:xfrm>
            <a:custGeom>
              <a:rect b="b" l="l" r="r" t="t"/>
              <a:pathLst>
                <a:path extrusionOk="0" h="3334" w="7896">
                  <a:moveTo>
                    <a:pt x="2256" y="0"/>
                  </a:moveTo>
                  <a:lnTo>
                    <a:pt x="1" y="3083"/>
                  </a:lnTo>
                  <a:lnTo>
                    <a:pt x="326" y="3334"/>
                  </a:lnTo>
                  <a:lnTo>
                    <a:pt x="2457" y="427"/>
                  </a:lnTo>
                  <a:lnTo>
                    <a:pt x="7895" y="427"/>
                  </a:lnTo>
                  <a:lnTo>
                    <a:pt x="78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28"/>
            <p:cNvSpPr/>
            <p:nvPr/>
          </p:nvSpPr>
          <p:spPr>
            <a:xfrm>
              <a:off x="8092774" y="1545282"/>
              <a:ext cx="137048" cy="136955"/>
            </a:xfrm>
            <a:custGeom>
              <a:rect b="b" l="l" r="r" t="t"/>
              <a:pathLst>
                <a:path extrusionOk="0" h="1429" w="1430">
                  <a:moveTo>
                    <a:pt x="727" y="0"/>
                  </a:moveTo>
                  <a:cubicBezTo>
                    <a:pt x="326" y="0"/>
                    <a:pt x="0" y="326"/>
                    <a:pt x="0" y="702"/>
                  </a:cubicBezTo>
                  <a:cubicBezTo>
                    <a:pt x="0" y="1103"/>
                    <a:pt x="326" y="1429"/>
                    <a:pt x="727" y="1429"/>
                  </a:cubicBezTo>
                  <a:cubicBezTo>
                    <a:pt x="1128" y="1429"/>
                    <a:pt x="1429" y="1103"/>
                    <a:pt x="1429" y="702"/>
                  </a:cubicBezTo>
                  <a:cubicBezTo>
                    <a:pt x="1429" y="326"/>
                    <a:pt x="1128" y="0"/>
                    <a:pt x="7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28"/>
            <p:cNvSpPr/>
            <p:nvPr/>
          </p:nvSpPr>
          <p:spPr>
            <a:xfrm>
              <a:off x="6346493" y="2318705"/>
              <a:ext cx="362841" cy="28944"/>
            </a:xfrm>
            <a:custGeom>
              <a:rect b="b" l="l" r="r" t="t"/>
              <a:pathLst>
                <a:path extrusionOk="0" h="302" w="3786">
                  <a:moveTo>
                    <a:pt x="1" y="0"/>
                  </a:moveTo>
                  <a:lnTo>
                    <a:pt x="1" y="301"/>
                  </a:lnTo>
                  <a:lnTo>
                    <a:pt x="3785" y="301"/>
                  </a:lnTo>
                  <a:lnTo>
                    <a:pt x="37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28"/>
            <p:cNvSpPr/>
            <p:nvPr/>
          </p:nvSpPr>
          <p:spPr>
            <a:xfrm>
              <a:off x="6488239" y="2227466"/>
              <a:ext cx="199438" cy="26452"/>
            </a:xfrm>
            <a:custGeom>
              <a:rect b="b" l="l" r="r" t="t"/>
              <a:pathLst>
                <a:path extrusionOk="0" h="276" w="2081">
                  <a:moveTo>
                    <a:pt x="1" y="0"/>
                  </a:moveTo>
                  <a:lnTo>
                    <a:pt x="1" y="276"/>
                  </a:lnTo>
                  <a:lnTo>
                    <a:pt x="2081" y="276"/>
                  </a:lnTo>
                  <a:lnTo>
                    <a:pt x="20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7809378" y="3298758"/>
              <a:ext cx="756637" cy="317135"/>
            </a:xfrm>
            <a:custGeom>
              <a:rect b="b" l="l" r="r" t="t"/>
              <a:pathLst>
                <a:path extrusionOk="0" h="3309" w="7895">
                  <a:moveTo>
                    <a:pt x="2256" y="0"/>
                  </a:moveTo>
                  <a:lnTo>
                    <a:pt x="0" y="3083"/>
                  </a:lnTo>
                  <a:lnTo>
                    <a:pt x="326" y="3308"/>
                  </a:lnTo>
                  <a:lnTo>
                    <a:pt x="2456" y="401"/>
                  </a:lnTo>
                  <a:lnTo>
                    <a:pt x="7895" y="401"/>
                  </a:lnTo>
                  <a:lnTo>
                    <a:pt x="78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28"/>
            <p:cNvSpPr/>
            <p:nvPr/>
          </p:nvSpPr>
          <p:spPr>
            <a:xfrm>
              <a:off x="8496351" y="3248251"/>
              <a:ext cx="139348" cy="139447"/>
            </a:xfrm>
            <a:custGeom>
              <a:rect b="b" l="l" r="r" t="t"/>
              <a:pathLst>
                <a:path extrusionOk="0" h="1455" w="1454">
                  <a:moveTo>
                    <a:pt x="727" y="1"/>
                  </a:moveTo>
                  <a:cubicBezTo>
                    <a:pt x="326" y="1"/>
                    <a:pt x="0" y="327"/>
                    <a:pt x="0" y="728"/>
                  </a:cubicBezTo>
                  <a:cubicBezTo>
                    <a:pt x="0" y="1129"/>
                    <a:pt x="326" y="1454"/>
                    <a:pt x="727" y="1454"/>
                  </a:cubicBezTo>
                  <a:cubicBezTo>
                    <a:pt x="1128" y="1454"/>
                    <a:pt x="1454" y="1129"/>
                    <a:pt x="1454" y="728"/>
                  </a:cubicBezTo>
                  <a:cubicBezTo>
                    <a:pt x="1454" y="327"/>
                    <a:pt x="1128" y="1"/>
                    <a:pt x="7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53" name="Google Shape;1453;p28"/>
            <p:cNvGrpSpPr/>
            <p:nvPr/>
          </p:nvGrpSpPr>
          <p:grpSpPr>
            <a:xfrm>
              <a:off x="5306450" y="1672557"/>
              <a:ext cx="1426848" cy="2159452"/>
              <a:chOff x="5306450" y="1672557"/>
              <a:chExt cx="1426848" cy="2159452"/>
            </a:xfrm>
          </p:grpSpPr>
          <p:sp>
            <p:nvSpPr>
              <p:cNvPr id="1454" name="Google Shape;1454;p28"/>
              <p:cNvSpPr/>
              <p:nvPr/>
            </p:nvSpPr>
            <p:spPr>
              <a:xfrm>
                <a:off x="6661228" y="1814303"/>
                <a:ext cx="72070" cy="86544"/>
              </a:xfrm>
              <a:custGeom>
                <a:rect b="b" l="l" r="r" t="t"/>
                <a:pathLst>
                  <a:path extrusionOk="0" h="903" w="752">
                    <a:moveTo>
                      <a:pt x="326" y="0"/>
                    </a:moveTo>
                    <a:lnTo>
                      <a:pt x="0" y="201"/>
                    </a:lnTo>
                    <a:lnTo>
                      <a:pt x="451" y="902"/>
                    </a:lnTo>
                    <a:lnTo>
                      <a:pt x="752" y="702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28"/>
              <p:cNvSpPr/>
              <p:nvPr/>
            </p:nvSpPr>
            <p:spPr>
              <a:xfrm>
                <a:off x="6598741" y="1713384"/>
                <a:ext cx="72166" cy="86544"/>
              </a:xfrm>
              <a:custGeom>
                <a:rect b="b" l="l" r="r" t="t"/>
                <a:pathLst>
                  <a:path extrusionOk="0" h="903" w="753">
                    <a:moveTo>
                      <a:pt x="326" y="1"/>
                    </a:moveTo>
                    <a:lnTo>
                      <a:pt x="0" y="201"/>
                    </a:lnTo>
                    <a:lnTo>
                      <a:pt x="452" y="903"/>
                    </a:lnTo>
                    <a:lnTo>
                      <a:pt x="752" y="702"/>
                    </a:lnTo>
                    <a:lnTo>
                      <a:pt x="3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6" name="Google Shape;1456;p28"/>
              <p:cNvSpPr/>
              <p:nvPr/>
            </p:nvSpPr>
            <p:spPr>
              <a:xfrm>
                <a:off x="6531462" y="1672557"/>
                <a:ext cx="72166" cy="88940"/>
              </a:xfrm>
              <a:custGeom>
                <a:rect b="b" l="l" r="r" t="t"/>
                <a:pathLst>
                  <a:path extrusionOk="0" h="928" w="753">
                    <a:moveTo>
                      <a:pt x="427" y="1"/>
                    </a:moveTo>
                    <a:lnTo>
                      <a:pt x="1" y="727"/>
                    </a:lnTo>
                    <a:lnTo>
                      <a:pt x="301" y="928"/>
                    </a:lnTo>
                    <a:lnTo>
                      <a:pt x="753" y="201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28"/>
              <p:cNvSpPr/>
              <p:nvPr/>
            </p:nvSpPr>
            <p:spPr>
              <a:xfrm>
                <a:off x="6469071" y="1778267"/>
                <a:ext cx="72070" cy="86544"/>
              </a:xfrm>
              <a:custGeom>
                <a:rect b="b" l="l" r="r" t="t"/>
                <a:pathLst>
                  <a:path extrusionOk="0" h="903" w="752">
                    <a:moveTo>
                      <a:pt x="451" y="0"/>
                    </a:moveTo>
                    <a:lnTo>
                      <a:pt x="0" y="702"/>
                    </a:lnTo>
                    <a:lnTo>
                      <a:pt x="326" y="903"/>
                    </a:lnTo>
                    <a:lnTo>
                      <a:pt x="752" y="176"/>
                    </a:lnTo>
                    <a:lnTo>
                      <a:pt x="45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28"/>
              <p:cNvSpPr/>
              <p:nvPr/>
            </p:nvSpPr>
            <p:spPr>
              <a:xfrm>
                <a:off x="6408980" y="1881486"/>
                <a:ext cx="72166" cy="86639"/>
              </a:xfrm>
              <a:custGeom>
                <a:rect b="b" l="l" r="r" t="t"/>
                <a:pathLst>
                  <a:path extrusionOk="0" h="904" w="753">
                    <a:moveTo>
                      <a:pt x="427" y="1"/>
                    </a:moveTo>
                    <a:lnTo>
                      <a:pt x="0" y="728"/>
                    </a:lnTo>
                    <a:lnTo>
                      <a:pt x="301" y="903"/>
                    </a:lnTo>
                    <a:lnTo>
                      <a:pt x="752" y="176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p28"/>
              <p:cNvSpPr/>
              <p:nvPr/>
            </p:nvSpPr>
            <p:spPr>
              <a:xfrm>
                <a:off x="6346493" y="1984801"/>
                <a:ext cx="72166" cy="86544"/>
              </a:xfrm>
              <a:custGeom>
                <a:rect b="b" l="l" r="r" t="t"/>
                <a:pathLst>
                  <a:path extrusionOk="0" h="903" w="753">
                    <a:moveTo>
                      <a:pt x="452" y="1"/>
                    </a:moveTo>
                    <a:lnTo>
                      <a:pt x="1" y="728"/>
                    </a:lnTo>
                    <a:lnTo>
                      <a:pt x="327" y="903"/>
                    </a:lnTo>
                    <a:lnTo>
                      <a:pt x="753" y="176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0" name="Google Shape;1460;p28"/>
              <p:cNvSpPr/>
              <p:nvPr/>
            </p:nvSpPr>
            <p:spPr>
              <a:xfrm>
                <a:off x="6286498" y="2088116"/>
                <a:ext cx="72166" cy="86544"/>
              </a:xfrm>
              <a:custGeom>
                <a:rect b="b" l="l" r="r" t="t"/>
                <a:pathLst>
                  <a:path extrusionOk="0" h="903" w="753">
                    <a:moveTo>
                      <a:pt x="426" y="0"/>
                    </a:moveTo>
                    <a:lnTo>
                      <a:pt x="0" y="727"/>
                    </a:lnTo>
                    <a:lnTo>
                      <a:pt x="301" y="903"/>
                    </a:lnTo>
                    <a:lnTo>
                      <a:pt x="752" y="176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28"/>
              <p:cNvSpPr/>
              <p:nvPr/>
            </p:nvSpPr>
            <p:spPr>
              <a:xfrm>
                <a:off x="6224011" y="2191431"/>
                <a:ext cx="72166" cy="86544"/>
              </a:xfrm>
              <a:custGeom>
                <a:rect b="b" l="l" r="r" t="t"/>
                <a:pathLst>
                  <a:path extrusionOk="0" h="903" w="753">
                    <a:moveTo>
                      <a:pt x="427" y="0"/>
                    </a:moveTo>
                    <a:lnTo>
                      <a:pt x="1" y="727"/>
                    </a:lnTo>
                    <a:lnTo>
                      <a:pt x="326" y="902"/>
                    </a:lnTo>
                    <a:lnTo>
                      <a:pt x="753" y="176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28"/>
              <p:cNvSpPr/>
              <p:nvPr/>
            </p:nvSpPr>
            <p:spPr>
              <a:xfrm>
                <a:off x="6164016" y="2294650"/>
                <a:ext cx="72070" cy="89035"/>
              </a:xfrm>
              <a:custGeom>
                <a:rect b="b" l="l" r="r" t="t"/>
                <a:pathLst>
                  <a:path extrusionOk="0" h="929" w="752">
                    <a:moveTo>
                      <a:pt x="426" y="1"/>
                    </a:moveTo>
                    <a:lnTo>
                      <a:pt x="0" y="728"/>
                    </a:lnTo>
                    <a:lnTo>
                      <a:pt x="301" y="928"/>
                    </a:lnTo>
                    <a:lnTo>
                      <a:pt x="752" y="201"/>
                    </a:lnTo>
                    <a:lnTo>
                      <a:pt x="4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3" name="Google Shape;1463;p28"/>
              <p:cNvSpPr/>
              <p:nvPr/>
            </p:nvSpPr>
            <p:spPr>
              <a:xfrm>
                <a:off x="6101529" y="2397964"/>
                <a:ext cx="72166" cy="88940"/>
              </a:xfrm>
              <a:custGeom>
                <a:rect b="b" l="l" r="r" t="t"/>
                <a:pathLst>
                  <a:path extrusionOk="0" h="928" w="753">
                    <a:moveTo>
                      <a:pt x="426" y="0"/>
                    </a:moveTo>
                    <a:lnTo>
                      <a:pt x="0" y="727"/>
                    </a:lnTo>
                    <a:lnTo>
                      <a:pt x="326" y="928"/>
                    </a:lnTo>
                    <a:lnTo>
                      <a:pt x="752" y="201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4" name="Google Shape;1464;p28"/>
              <p:cNvSpPr/>
              <p:nvPr/>
            </p:nvSpPr>
            <p:spPr>
              <a:xfrm>
                <a:off x="6041438" y="2501279"/>
                <a:ext cx="72166" cy="88940"/>
              </a:xfrm>
              <a:custGeom>
                <a:rect b="b" l="l" r="r" t="t"/>
                <a:pathLst>
                  <a:path extrusionOk="0" h="928" w="753">
                    <a:moveTo>
                      <a:pt x="427" y="0"/>
                    </a:moveTo>
                    <a:lnTo>
                      <a:pt x="1" y="727"/>
                    </a:lnTo>
                    <a:lnTo>
                      <a:pt x="302" y="928"/>
                    </a:lnTo>
                    <a:lnTo>
                      <a:pt x="753" y="201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28"/>
              <p:cNvSpPr/>
              <p:nvPr/>
            </p:nvSpPr>
            <p:spPr>
              <a:xfrm>
                <a:off x="5979047" y="2606894"/>
                <a:ext cx="72166" cy="86639"/>
              </a:xfrm>
              <a:custGeom>
                <a:rect b="b" l="l" r="r" t="t"/>
                <a:pathLst>
                  <a:path extrusionOk="0" h="904" w="753">
                    <a:moveTo>
                      <a:pt x="426" y="1"/>
                    </a:moveTo>
                    <a:lnTo>
                      <a:pt x="0" y="728"/>
                    </a:lnTo>
                    <a:lnTo>
                      <a:pt x="326" y="903"/>
                    </a:lnTo>
                    <a:lnTo>
                      <a:pt x="752" y="176"/>
                    </a:lnTo>
                    <a:lnTo>
                      <a:pt x="4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28"/>
              <p:cNvSpPr/>
              <p:nvPr/>
            </p:nvSpPr>
            <p:spPr>
              <a:xfrm>
                <a:off x="5918956" y="2710209"/>
                <a:ext cx="69770" cy="86544"/>
              </a:xfrm>
              <a:custGeom>
                <a:rect b="b" l="l" r="r" t="t"/>
                <a:pathLst>
                  <a:path extrusionOk="0" h="903" w="728">
                    <a:moveTo>
                      <a:pt x="427" y="1"/>
                    </a:moveTo>
                    <a:lnTo>
                      <a:pt x="1" y="727"/>
                    </a:lnTo>
                    <a:lnTo>
                      <a:pt x="301" y="903"/>
                    </a:lnTo>
                    <a:lnTo>
                      <a:pt x="727" y="176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7" name="Google Shape;1467;p28"/>
              <p:cNvSpPr/>
              <p:nvPr/>
            </p:nvSpPr>
            <p:spPr>
              <a:xfrm>
                <a:off x="5856565" y="2813524"/>
                <a:ext cx="72070" cy="86544"/>
              </a:xfrm>
              <a:custGeom>
                <a:rect b="b" l="l" r="r" t="t"/>
                <a:pathLst>
                  <a:path extrusionOk="0" h="903" w="752">
                    <a:moveTo>
                      <a:pt x="426" y="0"/>
                    </a:moveTo>
                    <a:lnTo>
                      <a:pt x="0" y="727"/>
                    </a:lnTo>
                    <a:lnTo>
                      <a:pt x="326" y="903"/>
                    </a:lnTo>
                    <a:lnTo>
                      <a:pt x="752" y="176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8" name="Google Shape;1468;p28"/>
              <p:cNvSpPr/>
              <p:nvPr/>
            </p:nvSpPr>
            <p:spPr>
              <a:xfrm>
                <a:off x="5796474" y="2916839"/>
                <a:ext cx="69770" cy="86544"/>
              </a:xfrm>
              <a:custGeom>
                <a:rect b="b" l="l" r="r" t="t"/>
                <a:pathLst>
                  <a:path extrusionOk="0" h="903" w="728">
                    <a:moveTo>
                      <a:pt x="427" y="0"/>
                    </a:moveTo>
                    <a:lnTo>
                      <a:pt x="0" y="727"/>
                    </a:lnTo>
                    <a:lnTo>
                      <a:pt x="301" y="902"/>
                    </a:lnTo>
                    <a:lnTo>
                      <a:pt x="727" y="175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28"/>
              <p:cNvSpPr/>
              <p:nvPr/>
            </p:nvSpPr>
            <p:spPr>
              <a:xfrm>
                <a:off x="5733987" y="3020058"/>
                <a:ext cx="72166" cy="86544"/>
              </a:xfrm>
              <a:custGeom>
                <a:rect b="b" l="l" r="r" t="t"/>
                <a:pathLst>
                  <a:path extrusionOk="0" h="903" w="753">
                    <a:moveTo>
                      <a:pt x="427" y="1"/>
                    </a:moveTo>
                    <a:lnTo>
                      <a:pt x="1" y="728"/>
                    </a:lnTo>
                    <a:lnTo>
                      <a:pt x="327" y="903"/>
                    </a:lnTo>
                    <a:lnTo>
                      <a:pt x="753" y="201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p28"/>
              <p:cNvSpPr/>
              <p:nvPr/>
            </p:nvSpPr>
            <p:spPr>
              <a:xfrm>
                <a:off x="5673992" y="3123372"/>
                <a:ext cx="69770" cy="88940"/>
              </a:xfrm>
              <a:custGeom>
                <a:rect b="b" l="l" r="r" t="t"/>
                <a:pathLst>
                  <a:path extrusionOk="0" h="928" w="728">
                    <a:moveTo>
                      <a:pt x="426" y="0"/>
                    </a:moveTo>
                    <a:lnTo>
                      <a:pt x="0" y="727"/>
                    </a:lnTo>
                    <a:lnTo>
                      <a:pt x="301" y="928"/>
                    </a:lnTo>
                    <a:lnTo>
                      <a:pt x="727" y="201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p28"/>
              <p:cNvSpPr/>
              <p:nvPr/>
            </p:nvSpPr>
            <p:spPr>
              <a:xfrm>
                <a:off x="5611505" y="3226687"/>
                <a:ext cx="72166" cy="88940"/>
              </a:xfrm>
              <a:custGeom>
                <a:rect b="b" l="l" r="r" t="t"/>
                <a:pathLst>
                  <a:path extrusionOk="0" h="928" w="753">
                    <a:moveTo>
                      <a:pt x="427" y="0"/>
                    </a:moveTo>
                    <a:lnTo>
                      <a:pt x="1" y="727"/>
                    </a:lnTo>
                    <a:lnTo>
                      <a:pt x="326" y="927"/>
                    </a:lnTo>
                    <a:lnTo>
                      <a:pt x="752" y="201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2" name="Google Shape;1472;p28"/>
              <p:cNvSpPr/>
              <p:nvPr/>
            </p:nvSpPr>
            <p:spPr>
              <a:xfrm>
                <a:off x="5551510" y="3329906"/>
                <a:ext cx="69674" cy="89035"/>
              </a:xfrm>
              <a:custGeom>
                <a:rect b="b" l="l" r="r" t="t"/>
                <a:pathLst>
                  <a:path extrusionOk="0" h="929" w="727">
                    <a:moveTo>
                      <a:pt x="426" y="1"/>
                    </a:moveTo>
                    <a:lnTo>
                      <a:pt x="0" y="728"/>
                    </a:lnTo>
                    <a:lnTo>
                      <a:pt x="301" y="928"/>
                    </a:lnTo>
                    <a:lnTo>
                      <a:pt x="727" y="201"/>
                    </a:lnTo>
                    <a:lnTo>
                      <a:pt x="4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28"/>
              <p:cNvSpPr/>
              <p:nvPr/>
            </p:nvSpPr>
            <p:spPr>
              <a:xfrm>
                <a:off x="5489023" y="3435617"/>
                <a:ext cx="72166" cy="86544"/>
              </a:xfrm>
              <a:custGeom>
                <a:rect b="b" l="l" r="r" t="t"/>
                <a:pathLst>
                  <a:path extrusionOk="0" h="903" w="753">
                    <a:moveTo>
                      <a:pt x="426" y="1"/>
                    </a:moveTo>
                    <a:lnTo>
                      <a:pt x="0" y="727"/>
                    </a:lnTo>
                    <a:lnTo>
                      <a:pt x="326" y="903"/>
                    </a:lnTo>
                    <a:lnTo>
                      <a:pt x="752" y="176"/>
                    </a:lnTo>
                    <a:lnTo>
                      <a:pt x="4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28"/>
              <p:cNvSpPr/>
              <p:nvPr/>
            </p:nvSpPr>
            <p:spPr>
              <a:xfrm>
                <a:off x="5428932" y="3538932"/>
                <a:ext cx="69770" cy="86544"/>
              </a:xfrm>
              <a:custGeom>
                <a:rect b="b" l="l" r="r" t="t"/>
                <a:pathLst>
                  <a:path extrusionOk="0" h="903" w="728">
                    <a:moveTo>
                      <a:pt x="427" y="0"/>
                    </a:moveTo>
                    <a:lnTo>
                      <a:pt x="1" y="727"/>
                    </a:lnTo>
                    <a:lnTo>
                      <a:pt x="302" y="903"/>
                    </a:lnTo>
                    <a:lnTo>
                      <a:pt x="728" y="176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p28"/>
              <p:cNvSpPr/>
              <p:nvPr/>
            </p:nvSpPr>
            <p:spPr>
              <a:xfrm>
                <a:off x="5366541" y="3642246"/>
                <a:ext cx="72166" cy="86544"/>
              </a:xfrm>
              <a:custGeom>
                <a:rect b="b" l="l" r="r" t="t"/>
                <a:pathLst>
                  <a:path extrusionOk="0" h="903" w="753">
                    <a:moveTo>
                      <a:pt x="426" y="0"/>
                    </a:moveTo>
                    <a:lnTo>
                      <a:pt x="0" y="727"/>
                    </a:lnTo>
                    <a:lnTo>
                      <a:pt x="326" y="902"/>
                    </a:lnTo>
                    <a:lnTo>
                      <a:pt x="752" y="175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p28"/>
              <p:cNvSpPr/>
              <p:nvPr/>
            </p:nvSpPr>
            <p:spPr>
              <a:xfrm>
                <a:off x="5306450" y="3745465"/>
                <a:ext cx="69770" cy="86544"/>
              </a:xfrm>
              <a:custGeom>
                <a:rect b="b" l="l" r="r" t="t"/>
                <a:pathLst>
                  <a:path extrusionOk="0" h="903" w="728">
                    <a:moveTo>
                      <a:pt x="427" y="1"/>
                    </a:moveTo>
                    <a:lnTo>
                      <a:pt x="1" y="728"/>
                    </a:lnTo>
                    <a:lnTo>
                      <a:pt x="301" y="903"/>
                    </a:lnTo>
                    <a:lnTo>
                      <a:pt x="727" y="176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575" lIns="121575" spcFirstLastPara="1" rIns="121575" wrap="square" tIns="121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77" name="Google Shape;1477;p28"/>
            <p:cNvSpPr/>
            <p:nvPr/>
          </p:nvSpPr>
          <p:spPr>
            <a:xfrm>
              <a:off x="5606713" y="2678965"/>
              <a:ext cx="756733" cy="319626"/>
            </a:xfrm>
            <a:custGeom>
              <a:rect b="b" l="l" r="r" t="t"/>
              <a:pathLst>
                <a:path extrusionOk="0" h="3335" w="7896">
                  <a:moveTo>
                    <a:pt x="0" y="1"/>
                  </a:moveTo>
                  <a:lnTo>
                    <a:pt x="0" y="427"/>
                  </a:lnTo>
                  <a:lnTo>
                    <a:pt x="5414" y="427"/>
                  </a:lnTo>
                  <a:lnTo>
                    <a:pt x="7544" y="3334"/>
                  </a:lnTo>
                  <a:lnTo>
                    <a:pt x="7895" y="3084"/>
                  </a:lnTo>
                  <a:lnTo>
                    <a:pt x="56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5537038" y="2630950"/>
              <a:ext cx="137048" cy="137051"/>
            </a:xfrm>
            <a:custGeom>
              <a:rect b="b" l="l" r="r" t="t"/>
              <a:pathLst>
                <a:path extrusionOk="0" h="1430" w="1430">
                  <a:moveTo>
                    <a:pt x="727" y="1"/>
                  </a:moveTo>
                  <a:cubicBezTo>
                    <a:pt x="326" y="1"/>
                    <a:pt x="1" y="326"/>
                    <a:pt x="1" y="727"/>
                  </a:cubicBezTo>
                  <a:cubicBezTo>
                    <a:pt x="1" y="1103"/>
                    <a:pt x="326" y="1429"/>
                    <a:pt x="727" y="1429"/>
                  </a:cubicBezTo>
                  <a:cubicBezTo>
                    <a:pt x="1103" y="1429"/>
                    <a:pt x="1429" y="1103"/>
                    <a:pt x="1429" y="727"/>
                  </a:cubicBezTo>
                  <a:cubicBezTo>
                    <a:pt x="1429" y="326"/>
                    <a:pt x="1103" y="1"/>
                    <a:pt x="7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6370070" y="2832117"/>
              <a:ext cx="132639" cy="48783"/>
            </a:xfrm>
            <a:custGeom>
              <a:rect b="b" l="l" r="r" t="t"/>
              <a:pathLst>
                <a:path extrusionOk="0" h="509" w="1384">
                  <a:moveTo>
                    <a:pt x="661" y="0"/>
                  </a:moveTo>
                  <a:cubicBezTo>
                    <a:pt x="341" y="0"/>
                    <a:pt x="31" y="207"/>
                    <a:pt x="31" y="207"/>
                  </a:cubicBezTo>
                  <a:cubicBezTo>
                    <a:pt x="31" y="207"/>
                    <a:pt x="1" y="281"/>
                    <a:pt x="113" y="281"/>
                  </a:cubicBezTo>
                  <a:cubicBezTo>
                    <a:pt x="146" y="281"/>
                    <a:pt x="192" y="275"/>
                    <a:pt x="256" y="257"/>
                  </a:cubicBezTo>
                  <a:cubicBezTo>
                    <a:pt x="315" y="232"/>
                    <a:pt x="354" y="221"/>
                    <a:pt x="387" y="221"/>
                  </a:cubicBezTo>
                  <a:cubicBezTo>
                    <a:pt x="454" y="221"/>
                    <a:pt x="498" y="266"/>
                    <a:pt x="632" y="333"/>
                  </a:cubicBezTo>
                  <a:cubicBezTo>
                    <a:pt x="858" y="408"/>
                    <a:pt x="933" y="408"/>
                    <a:pt x="1033" y="483"/>
                  </a:cubicBezTo>
                  <a:cubicBezTo>
                    <a:pt x="1108" y="508"/>
                    <a:pt x="1334" y="508"/>
                    <a:pt x="1334" y="508"/>
                  </a:cubicBezTo>
                  <a:lnTo>
                    <a:pt x="1384" y="157"/>
                  </a:lnTo>
                  <a:cubicBezTo>
                    <a:pt x="1058" y="107"/>
                    <a:pt x="1133" y="82"/>
                    <a:pt x="757" y="7"/>
                  </a:cubicBezTo>
                  <a:cubicBezTo>
                    <a:pt x="725" y="2"/>
                    <a:pt x="693" y="0"/>
                    <a:pt x="661" y="0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6401792" y="2859143"/>
              <a:ext cx="96125" cy="28944"/>
            </a:xfrm>
            <a:custGeom>
              <a:rect b="b" l="l" r="r" t="t"/>
              <a:pathLst>
                <a:path extrusionOk="0" h="302" w="1003">
                  <a:moveTo>
                    <a:pt x="602" y="1"/>
                  </a:moveTo>
                  <a:cubicBezTo>
                    <a:pt x="602" y="1"/>
                    <a:pt x="0" y="201"/>
                    <a:pt x="126" y="276"/>
                  </a:cubicBezTo>
                  <a:cubicBezTo>
                    <a:pt x="153" y="294"/>
                    <a:pt x="190" y="302"/>
                    <a:pt x="235" y="302"/>
                  </a:cubicBezTo>
                  <a:cubicBezTo>
                    <a:pt x="440" y="302"/>
                    <a:pt x="797" y="146"/>
                    <a:pt x="1003" y="126"/>
                  </a:cubicBezTo>
                  <a:lnTo>
                    <a:pt x="602" y="1"/>
                  </a:ln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6461788" y="2585139"/>
              <a:ext cx="439702" cy="341190"/>
            </a:xfrm>
            <a:custGeom>
              <a:rect b="b" l="l" r="r" t="t"/>
              <a:pathLst>
                <a:path extrusionOk="0" h="3560" w="4588">
                  <a:moveTo>
                    <a:pt x="3718" y="0"/>
                  </a:moveTo>
                  <a:cubicBezTo>
                    <a:pt x="3632" y="0"/>
                    <a:pt x="3538" y="9"/>
                    <a:pt x="3434" y="27"/>
                  </a:cubicBezTo>
                  <a:cubicBezTo>
                    <a:pt x="2783" y="178"/>
                    <a:pt x="3209" y="1381"/>
                    <a:pt x="2908" y="1832"/>
                  </a:cubicBezTo>
                  <a:cubicBezTo>
                    <a:pt x="2375" y="2570"/>
                    <a:pt x="919" y="2637"/>
                    <a:pt x="407" y="2637"/>
                  </a:cubicBezTo>
                  <a:cubicBezTo>
                    <a:pt x="294" y="2637"/>
                    <a:pt x="226" y="2634"/>
                    <a:pt x="226" y="2634"/>
                  </a:cubicBezTo>
                  <a:cubicBezTo>
                    <a:pt x="1" y="2834"/>
                    <a:pt x="126" y="3135"/>
                    <a:pt x="126" y="3135"/>
                  </a:cubicBezTo>
                  <a:cubicBezTo>
                    <a:pt x="126" y="3135"/>
                    <a:pt x="1364" y="3559"/>
                    <a:pt x="2432" y="3559"/>
                  </a:cubicBezTo>
                  <a:cubicBezTo>
                    <a:pt x="2922" y="3559"/>
                    <a:pt x="3376" y="3470"/>
                    <a:pt x="3660" y="3210"/>
                  </a:cubicBezTo>
                  <a:cubicBezTo>
                    <a:pt x="4587" y="2383"/>
                    <a:pt x="4587" y="1281"/>
                    <a:pt x="4462" y="654"/>
                  </a:cubicBezTo>
                  <a:cubicBezTo>
                    <a:pt x="4419" y="291"/>
                    <a:pt x="4213" y="0"/>
                    <a:pt x="37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7218436" y="3956887"/>
              <a:ext cx="62582" cy="77055"/>
            </a:xfrm>
            <a:custGeom>
              <a:rect b="b" l="l" r="r" t="t"/>
              <a:pathLst>
                <a:path extrusionOk="0" h="804" w="653">
                  <a:moveTo>
                    <a:pt x="452" y="0"/>
                  </a:moveTo>
                  <a:lnTo>
                    <a:pt x="1" y="276"/>
                  </a:lnTo>
                  <a:cubicBezTo>
                    <a:pt x="51" y="326"/>
                    <a:pt x="126" y="401"/>
                    <a:pt x="176" y="451"/>
                  </a:cubicBezTo>
                  <a:cubicBezTo>
                    <a:pt x="226" y="527"/>
                    <a:pt x="226" y="577"/>
                    <a:pt x="26" y="802"/>
                  </a:cubicBezTo>
                  <a:cubicBezTo>
                    <a:pt x="37" y="803"/>
                    <a:pt x="48" y="804"/>
                    <a:pt x="59" y="804"/>
                  </a:cubicBezTo>
                  <a:cubicBezTo>
                    <a:pt x="370" y="804"/>
                    <a:pt x="628" y="475"/>
                    <a:pt x="652" y="426"/>
                  </a:cubicBezTo>
                  <a:cubicBezTo>
                    <a:pt x="627" y="301"/>
                    <a:pt x="552" y="151"/>
                    <a:pt x="452" y="0"/>
                  </a:cubicBezTo>
                  <a:close/>
                </a:path>
              </a:pathLst>
            </a:custGeom>
            <a:solidFill>
              <a:srgbClr val="F9B2A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6778918" y="3125768"/>
              <a:ext cx="501518" cy="868885"/>
            </a:xfrm>
            <a:custGeom>
              <a:rect b="b" l="l" r="r" t="t"/>
              <a:pathLst>
                <a:path extrusionOk="0" h="9066" w="5233">
                  <a:moveTo>
                    <a:pt x="2582" y="1"/>
                  </a:moveTo>
                  <a:lnTo>
                    <a:pt x="802" y="752"/>
                  </a:lnTo>
                  <a:lnTo>
                    <a:pt x="0" y="1078"/>
                  </a:lnTo>
                  <a:cubicBezTo>
                    <a:pt x="0" y="1078"/>
                    <a:pt x="151" y="2106"/>
                    <a:pt x="401" y="2682"/>
                  </a:cubicBezTo>
                  <a:cubicBezTo>
                    <a:pt x="1228" y="4487"/>
                    <a:pt x="1354" y="4412"/>
                    <a:pt x="1604" y="4787"/>
                  </a:cubicBezTo>
                  <a:cubicBezTo>
                    <a:pt x="1604" y="4838"/>
                    <a:pt x="1629" y="4863"/>
                    <a:pt x="1654" y="4913"/>
                  </a:cubicBezTo>
                  <a:cubicBezTo>
                    <a:pt x="2130" y="5815"/>
                    <a:pt x="3409" y="8021"/>
                    <a:pt x="4612" y="9048"/>
                  </a:cubicBezTo>
                  <a:cubicBezTo>
                    <a:pt x="4627" y="9060"/>
                    <a:pt x="4647" y="9066"/>
                    <a:pt x="4672" y="9066"/>
                  </a:cubicBezTo>
                  <a:cubicBezTo>
                    <a:pt x="4850" y="9066"/>
                    <a:pt x="5232" y="8770"/>
                    <a:pt x="5188" y="8572"/>
                  </a:cubicBezTo>
                  <a:cubicBezTo>
                    <a:pt x="4787" y="7093"/>
                    <a:pt x="4461" y="6742"/>
                    <a:pt x="4010" y="5113"/>
                  </a:cubicBezTo>
                  <a:cubicBezTo>
                    <a:pt x="3885" y="4637"/>
                    <a:pt x="3760" y="3660"/>
                    <a:pt x="3634" y="3058"/>
                  </a:cubicBezTo>
                  <a:cubicBezTo>
                    <a:pt x="3484" y="2356"/>
                    <a:pt x="3233" y="627"/>
                    <a:pt x="25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6778918" y="3197840"/>
              <a:ext cx="194646" cy="386810"/>
            </a:xfrm>
            <a:custGeom>
              <a:rect b="b" l="l" r="r" t="t"/>
              <a:pathLst>
                <a:path extrusionOk="0" h="4036" w="2031">
                  <a:moveTo>
                    <a:pt x="802" y="0"/>
                  </a:moveTo>
                  <a:lnTo>
                    <a:pt x="0" y="326"/>
                  </a:lnTo>
                  <a:cubicBezTo>
                    <a:pt x="0" y="326"/>
                    <a:pt x="151" y="1354"/>
                    <a:pt x="401" y="1930"/>
                  </a:cubicBezTo>
                  <a:cubicBezTo>
                    <a:pt x="1228" y="3735"/>
                    <a:pt x="1354" y="3660"/>
                    <a:pt x="1604" y="4035"/>
                  </a:cubicBezTo>
                  <a:cubicBezTo>
                    <a:pt x="1654" y="3860"/>
                    <a:pt x="1729" y="3685"/>
                    <a:pt x="1805" y="3459"/>
                  </a:cubicBezTo>
                  <a:cubicBezTo>
                    <a:pt x="2030" y="2782"/>
                    <a:pt x="1930" y="878"/>
                    <a:pt x="1604" y="51"/>
                  </a:cubicBezTo>
                  <a:lnTo>
                    <a:pt x="8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6675604" y="3159408"/>
              <a:ext cx="317126" cy="886808"/>
            </a:xfrm>
            <a:custGeom>
              <a:rect b="b" l="l" r="r" t="t"/>
              <a:pathLst>
                <a:path extrusionOk="0" h="9253" w="3309">
                  <a:moveTo>
                    <a:pt x="301" y="0"/>
                  </a:moveTo>
                  <a:cubicBezTo>
                    <a:pt x="301" y="0"/>
                    <a:pt x="25" y="1003"/>
                    <a:pt x="25" y="1655"/>
                  </a:cubicBezTo>
                  <a:cubicBezTo>
                    <a:pt x="0" y="3785"/>
                    <a:pt x="0" y="3710"/>
                    <a:pt x="25" y="4311"/>
                  </a:cubicBezTo>
                  <a:cubicBezTo>
                    <a:pt x="76" y="5339"/>
                    <a:pt x="527" y="7745"/>
                    <a:pt x="1178" y="9173"/>
                  </a:cubicBezTo>
                  <a:lnTo>
                    <a:pt x="1229" y="9198"/>
                  </a:lnTo>
                  <a:lnTo>
                    <a:pt x="1304" y="9249"/>
                  </a:lnTo>
                  <a:cubicBezTo>
                    <a:pt x="1324" y="9251"/>
                    <a:pt x="1346" y="9252"/>
                    <a:pt x="1370" y="9252"/>
                  </a:cubicBezTo>
                  <a:cubicBezTo>
                    <a:pt x="1577" y="9252"/>
                    <a:pt x="1883" y="9155"/>
                    <a:pt x="1905" y="8998"/>
                  </a:cubicBezTo>
                  <a:cubicBezTo>
                    <a:pt x="2156" y="7469"/>
                    <a:pt x="2331" y="7093"/>
                    <a:pt x="2331" y="5389"/>
                  </a:cubicBezTo>
                  <a:cubicBezTo>
                    <a:pt x="2331" y="4537"/>
                    <a:pt x="2657" y="3935"/>
                    <a:pt x="2807" y="3334"/>
                  </a:cubicBezTo>
                  <a:cubicBezTo>
                    <a:pt x="2983" y="2632"/>
                    <a:pt x="3309" y="928"/>
                    <a:pt x="2983" y="101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6697168" y="3176180"/>
              <a:ext cx="103409" cy="869652"/>
            </a:xfrm>
            <a:custGeom>
              <a:rect b="b" l="l" r="r" t="t"/>
              <a:pathLst>
                <a:path extrusionOk="0" h="9074" w="1079">
                  <a:moveTo>
                    <a:pt x="552" y="1"/>
                  </a:moveTo>
                  <a:lnTo>
                    <a:pt x="527" y="26"/>
                  </a:lnTo>
                  <a:cubicBezTo>
                    <a:pt x="176" y="803"/>
                    <a:pt x="1" y="1755"/>
                    <a:pt x="1" y="2833"/>
                  </a:cubicBezTo>
                  <a:cubicBezTo>
                    <a:pt x="1" y="3810"/>
                    <a:pt x="151" y="4813"/>
                    <a:pt x="277" y="5690"/>
                  </a:cubicBezTo>
                  <a:cubicBezTo>
                    <a:pt x="427" y="6718"/>
                    <a:pt x="603" y="7921"/>
                    <a:pt x="1004" y="9023"/>
                  </a:cubicBezTo>
                  <a:lnTo>
                    <a:pt x="1079" y="9074"/>
                  </a:lnTo>
                  <a:cubicBezTo>
                    <a:pt x="653" y="7921"/>
                    <a:pt x="477" y="6718"/>
                    <a:pt x="327" y="5665"/>
                  </a:cubicBezTo>
                  <a:cubicBezTo>
                    <a:pt x="201" y="4788"/>
                    <a:pt x="76" y="3810"/>
                    <a:pt x="76" y="2833"/>
                  </a:cubicBezTo>
                  <a:cubicBezTo>
                    <a:pt x="51" y="1755"/>
                    <a:pt x="227" y="828"/>
                    <a:pt x="577" y="51"/>
                  </a:cubicBezTo>
                  <a:lnTo>
                    <a:pt x="5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6694772" y="3125768"/>
              <a:ext cx="398876" cy="163120"/>
            </a:xfrm>
            <a:custGeom>
              <a:rect b="b" l="l" r="r" t="t"/>
              <a:pathLst>
                <a:path extrusionOk="0" h="1702" w="4162">
                  <a:moveTo>
                    <a:pt x="3460" y="1"/>
                  </a:moveTo>
                  <a:lnTo>
                    <a:pt x="2432" y="427"/>
                  </a:lnTo>
                  <a:lnTo>
                    <a:pt x="101" y="351"/>
                  </a:lnTo>
                  <a:cubicBezTo>
                    <a:pt x="101" y="351"/>
                    <a:pt x="51" y="577"/>
                    <a:pt x="1" y="853"/>
                  </a:cubicBezTo>
                  <a:cubicBezTo>
                    <a:pt x="649" y="1387"/>
                    <a:pt x="1601" y="1702"/>
                    <a:pt x="2579" y="1702"/>
                  </a:cubicBezTo>
                  <a:cubicBezTo>
                    <a:pt x="3114" y="1702"/>
                    <a:pt x="3656" y="1608"/>
                    <a:pt x="4161" y="1404"/>
                  </a:cubicBezTo>
                  <a:cubicBezTo>
                    <a:pt x="3986" y="853"/>
                    <a:pt x="3760" y="301"/>
                    <a:pt x="34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6639569" y="2689987"/>
              <a:ext cx="459637" cy="555776"/>
            </a:xfrm>
            <a:custGeom>
              <a:rect b="b" l="l" r="r" t="t"/>
              <a:pathLst>
                <a:path extrusionOk="0" h="5799" w="4796">
                  <a:moveTo>
                    <a:pt x="1754" y="1"/>
                  </a:moveTo>
                  <a:cubicBezTo>
                    <a:pt x="1410" y="1"/>
                    <a:pt x="1025" y="153"/>
                    <a:pt x="677" y="588"/>
                  </a:cubicBezTo>
                  <a:cubicBezTo>
                    <a:pt x="276" y="1089"/>
                    <a:pt x="0" y="2116"/>
                    <a:pt x="577" y="5199"/>
                  </a:cubicBezTo>
                  <a:cubicBezTo>
                    <a:pt x="633" y="5577"/>
                    <a:pt x="1954" y="5798"/>
                    <a:pt x="3097" y="5798"/>
                  </a:cubicBezTo>
                  <a:cubicBezTo>
                    <a:pt x="4002" y="5798"/>
                    <a:pt x="4796" y="5660"/>
                    <a:pt x="4762" y="5350"/>
                  </a:cubicBezTo>
                  <a:cubicBezTo>
                    <a:pt x="4512" y="3219"/>
                    <a:pt x="3635" y="1966"/>
                    <a:pt x="2707" y="487"/>
                  </a:cubicBezTo>
                  <a:cubicBezTo>
                    <a:pt x="2580" y="260"/>
                    <a:pt x="2203" y="1"/>
                    <a:pt x="17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6350231" y="2988718"/>
              <a:ext cx="58078" cy="49262"/>
            </a:xfrm>
            <a:custGeom>
              <a:rect b="b" l="l" r="r" t="t"/>
              <a:pathLst>
                <a:path extrusionOk="0" h="514" w="606">
                  <a:moveTo>
                    <a:pt x="126" y="1"/>
                  </a:moveTo>
                  <a:cubicBezTo>
                    <a:pt x="0" y="1"/>
                    <a:pt x="238" y="428"/>
                    <a:pt x="238" y="428"/>
                  </a:cubicBezTo>
                  <a:lnTo>
                    <a:pt x="162" y="453"/>
                  </a:lnTo>
                  <a:cubicBezTo>
                    <a:pt x="162" y="453"/>
                    <a:pt x="402" y="513"/>
                    <a:pt x="516" y="513"/>
                  </a:cubicBezTo>
                  <a:cubicBezTo>
                    <a:pt x="582" y="513"/>
                    <a:pt x="606" y="493"/>
                    <a:pt x="513" y="428"/>
                  </a:cubicBezTo>
                  <a:cubicBezTo>
                    <a:pt x="263" y="253"/>
                    <a:pt x="288" y="52"/>
                    <a:pt x="137" y="2"/>
                  </a:cubicBezTo>
                  <a:cubicBezTo>
                    <a:pt x="133" y="1"/>
                    <a:pt x="129" y="1"/>
                    <a:pt x="126" y="1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6302599" y="2991593"/>
              <a:ext cx="89704" cy="69388"/>
            </a:xfrm>
            <a:custGeom>
              <a:rect b="b" l="l" r="r" t="t"/>
              <a:pathLst>
                <a:path extrusionOk="0" h="724" w="936">
                  <a:moveTo>
                    <a:pt x="79" y="0"/>
                  </a:moveTo>
                  <a:cubicBezTo>
                    <a:pt x="23" y="0"/>
                    <a:pt x="1" y="28"/>
                    <a:pt x="33" y="97"/>
                  </a:cubicBezTo>
                  <a:cubicBezTo>
                    <a:pt x="158" y="423"/>
                    <a:pt x="308" y="699"/>
                    <a:pt x="860" y="724"/>
                  </a:cubicBezTo>
                  <a:lnTo>
                    <a:pt x="935" y="373"/>
                  </a:lnTo>
                  <a:cubicBezTo>
                    <a:pt x="935" y="373"/>
                    <a:pt x="283" y="0"/>
                    <a:pt x="79" y="0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6370549" y="2770779"/>
              <a:ext cx="439607" cy="337836"/>
            </a:xfrm>
            <a:custGeom>
              <a:rect b="b" l="l" r="r" t="t"/>
              <a:pathLst>
                <a:path extrusionOk="0" h="3525" w="4587">
                  <a:moveTo>
                    <a:pt x="3737" y="1"/>
                  </a:moveTo>
                  <a:cubicBezTo>
                    <a:pt x="3660" y="1"/>
                    <a:pt x="3576" y="7"/>
                    <a:pt x="3484" y="20"/>
                  </a:cubicBezTo>
                  <a:cubicBezTo>
                    <a:pt x="2732" y="121"/>
                    <a:pt x="3234" y="1674"/>
                    <a:pt x="2933" y="2126"/>
                  </a:cubicBezTo>
                  <a:cubicBezTo>
                    <a:pt x="2612" y="2553"/>
                    <a:pt x="1988" y="2665"/>
                    <a:pt x="1420" y="2665"/>
                  </a:cubicBezTo>
                  <a:cubicBezTo>
                    <a:pt x="788" y="2665"/>
                    <a:pt x="226" y="2527"/>
                    <a:pt x="226" y="2527"/>
                  </a:cubicBezTo>
                  <a:cubicBezTo>
                    <a:pt x="0" y="2702"/>
                    <a:pt x="76" y="3053"/>
                    <a:pt x="76" y="3053"/>
                  </a:cubicBezTo>
                  <a:cubicBezTo>
                    <a:pt x="76" y="3053"/>
                    <a:pt x="1366" y="3524"/>
                    <a:pt x="2463" y="3524"/>
                  </a:cubicBezTo>
                  <a:cubicBezTo>
                    <a:pt x="2925" y="3524"/>
                    <a:pt x="3352" y="3441"/>
                    <a:pt x="3635" y="3203"/>
                  </a:cubicBezTo>
                  <a:cubicBezTo>
                    <a:pt x="4587" y="2376"/>
                    <a:pt x="4587" y="1298"/>
                    <a:pt x="4512" y="647"/>
                  </a:cubicBezTo>
                  <a:cubicBezTo>
                    <a:pt x="4446" y="277"/>
                    <a:pt x="4249" y="1"/>
                    <a:pt x="37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28"/>
            <p:cNvSpPr/>
            <p:nvPr/>
          </p:nvSpPr>
          <p:spPr>
            <a:xfrm>
              <a:off x="6560310" y="2441667"/>
              <a:ext cx="482925" cy="547726"/>
            </a:xfrm>
            <a:custGeom>
              <a:rect b="b" l="l" r="r" t="t"/>
              <a:pathLst>
                <a:path extrusionOk="0" h="5715" w="5039">
                  <a:moveTo>
                    <a:pt x="1852" y="1"/>
                  </a:moveTo>
                  <a:cubicBezTo>
                    <a:pt x="1664" y="1"/>
                    <a:pt x="1429" y="50"/>
                    <a:pt x="1128" y="171"/>
                  </a:cubicBezTo>
                  <a:cubicBezTo>
                    <a:pt x="727" y="321"/>
                    <a:pt x="301" y="798"/>
                    <a:pt x="502" y="1625"/>
                  </a:cubicBezTo>
                  <a:cubicBezTo>
                    <a:pt x="727" y="2452"/>
                    <a:pt x="702" y="2477"/>
                    <a:pt x="502" y="2828"/>
                  </a:cubicBezTo>
                  <a:cubicBezTo>
                    <a:pt x="0" y="3805"/>
                    <a:pt x="1830" y="3254"/>
                    <a:pt x="1554" y="4181"/>
                  </a:cubicBezTo>
                  <a:cubicBezTo>
                    <a:pt x="1216" y="5330"/>
                    <a:pt x="1683" y="5715"/>
                    <a:pt x="2343" y="5715"/>
                  </a:cubicBezTo>
                  <a:cubicBezTo>
                    <a:pt x="3152" y="5715"/>
                    <a:pt x="4250" y="5138"/>
                    <a:pt x="4512" y="4682"/>
                  </a:cubicBezTo>
                  <a:cubicBezTo>
                    <a:pt x="5038" y="3755"/>
                    <a:pt x="4938" y="2427"/>
                    <a:pt x="3985" y="2101"/>
                  </a:cubicBezTo>
                  <a:cubicBezTo>
                    <a:pt x="3660" y="2001"/>
                    <a:pt x="3910" y="898"/>
                    <a:pt x="3208" y="873"/>
                  </a:cubicBezTo>
                  <a:cubicBezTo>
                    <a:pt x="2622" y="853"/>
                    <a:pt x="2639" y="1"/>
                    <a:pt x="18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575" lIns="121575" spcFirstLastPara="1" rIns="121575" wrap="square" tIns="121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29"/>
          <p:cNvSpPr/>
          <p:nvPr/>
        </p:nvSpPr>
        <p:spPr>
          <a:xfrm>
            <a:off x="244600" y="2965725"/>
            <a:ext cx="6791100" cy="1289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498" name="Google Shape;1498;p29"/>
          <p:cNvSpPr txBox="1"/>
          <p:nvPr>
            <p:ph type="title"/>
          </p:nvPr>
        </p:nvSpPr>
        <p:spPr>
          <a:xfrm>
            <a:off x="1476600" y="96025"/>
            <a:ext cx="619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ru" sz="2600"/>
              <a:t>Юнит-экономика</a:t>
            </a:r>
            <a:endParaRPr sz="2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sp>
        <p:nvSpPr>
          <p:cNvPr id="1499" name="Google Shape;1499;p29"/>
          <p:cNvSpPr/>
          <p:nvPr/>
        </p:nvSpPr>
        <p:spPr>
          <a:xfrm>
            <a:off x="244600" y="1539950"/>
            <a:ext cx="6791100" cy="12894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00" name="Google Shape;1500;p29"/>
          <p:cNvSpPr/>
          <p:nvPr/>
        </p:nvSpPr>
        <p:spPr>
          <a:xfrm>
            <a:off x="368800" y="1703450"/>
            <a:ext cx="1431900" cy="96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UA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18 510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уникальных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контактов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01" name="Google Shape;1501;p29"/>
          <p:cNvSpPr/>
          <p:nvPr/>
        </p:nvSpPr>
        <p:spPr>
          <a:xfrm>
            <a:off x="446050" y="4724175"/>
            <a:ext cx="7978200" cy="2739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ru" sz="13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Маркетинг окупается; потенциальный резерв роста — улучшение конверсии текущего потока лидов</a:t>
            </a:r>
            <a:endParaRPr b="1" sz="13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02" name="Google Shape;1502;p29"/>
          <p:cNvSpPr/>
          <p:nvPr/>
        </p:nvSpPr>
        <p:spPr>
          <a:xfrm>
            <a:off x="2060050" y="1703450"/>
            <a:ext cx="1431900" cy="96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Buyers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828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уникальных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студентов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03" name="Google Shape;1503;p29"/>
          <p:cNvSpPr/>
          <p:nvPr/>
        </p:nvSpPr>
        <p:spPr>
          <a:xfrm>
            <a:off x="3751300" y="1703450"/>
            <a:ext cx="1431900" cy="96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C1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4.47%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конверсия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в студента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04" name="Google Shape;1504;p29"/>
          <p:cNvSpPr/>
          <p:nvPr/>
        </p:nvSpPr>
        <p:spPr>
          <a:xfrm>
            <a:off x="5442550" y="1703450"/>
            <a:ext cx="1431900" cy="96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AOV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783 EUR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средний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чек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05" name="Google Shape;1505;p29"/>
          <p:cNvSpPr/>
          <p:nvPr/>
        </p:nvSpPr>
        <p:spPr>
          <a:xfrm>
            <a:off x="7396375" y="1703450"/>
            <a:ext cx="1567225" cy="962400"/>
          </a:xfrm>
          <a:prstGeom prst="flowChartPreparation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воронка и чек 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06" name="Google Shape;1506;p29"/>
          <p:cNvSpPr/>
          <p:nvPr/>
        </p:nvSpPr>
        <p:spPr>
          <a:xfrm>
            <a:off x="336700" y="3129225"/>
            <a:ext cx="1431900" cy="96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APC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5.52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платежных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периодов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07" name="Google Shape;1507;p29"/>
          <p:cNvSpPr/>
          <p:nvPr/>
        </p:nvSpPr>
        <p:spPr>
          <a:xfrm>
            <a:off x="2027950" y="3129225"/>
            <a:ext cx="1431900" cy="96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CLTV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4 325 EUR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выручка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на покупателя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08" name="Google Shape;1508;p29"/>
          <p:cNvSpPr/>
          <p:nvPr/>
        </p:nvSpPr>
        <p:spPr>
          <a:xfrm>
            <a:off x="3719200" y="3129225"/>
            <a:ext cx="1431900" cy="96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CAC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181 EUR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стоимость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привлечения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09" name="Google Shape;1509;p29"/>
          <p:cNvSpPr/>
          <p:nvPr/>
        </p:nvSpPr>
        <p:spPr>
          <a:xfrm>
            <a:off x="5410450" y="3129225"/>
            <a:ext cx="1431900" cy="96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ROMI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+2 295%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окупаемость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маркетинга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10" name="Google Shape;1510;p29"/>
          <p:cNvSpPr/>
          <p:nvPr/>
        </p:nvSpPr>
        <p:spPr>
          <a:xfrm>
            <a:off x="7364275" y="3129225"/>
            <a:ext cx="1655700" cy="962400"/>
          </a:xfrm>
          <a:prstGeom prst="flowChartPreparation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экономика 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30"/>
          <p:cNvSpPr/>
          <p:nvPr/>
        </p:nvSpPr>
        <p:spPr>
          <a:xfrm>
            <a:off x="78925" y="2889125"/>
            <a:ext cx="3923700" cy="8958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16" name="Google Shape;1516;p30"/>
          <p:cNvSpPr txBox="1"/>
          <p:nvPr>
            <p:ph type="title"/>
          </p:nvPr>
        </p:nvSpPr>
        <p:spPr>
          <a:xfrm>
            <a:off x="2801100" y="179300"/>
            <a:ext cx="3541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ru"/>
              <a:t>Дерево метрик </a:t>
            </a:r>
            <a:endParaRPr/>
          </a:p>
        </p:txBody>
      </p:sp>
      <p:sp>
        <p:nvSpPr>
          <p:cNvPr id="1517" name="Google Shape;1517;p30"/>
          <p:cNvSpPr/>
          <p:nvPr/>
        </p:nvSpPr>
        <p:spPr>
          <a:xfrm>
            <a:off x="4002625" y="1020025"/>
            <a:ext cx="1805100" cy="677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CM =</a:t>
            </a:r>
            <a:r>
              <a:rPr b="1" i="0" lang="ru" sz="10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Revenue - AC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18" name="Google Shape;1518;p30"/>
          <p:cNvSpPr/>
          <p:nvPr/>
        </p:nvSpPr>
        <p:spPr>
          <a:xfrm>
            <a:off x="1950425" y="1968775"/>
            <a:ext cx="1805100" cy="411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Revenue - AC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19" name="Google Shape;1519;p30"/>
          <p:cNvSpPr/>
          <p:nvPr/>
        </p:nvSpPr>
        <p:spPr>
          <a:xfrm>
            <a:off x="203125" y="3120944"/>
            <a:ext cx="755100" cy="55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UA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20" name="Google Shape;1520;p30"/>
          <p:cNvSpPr/>
          <p:nvPr/>
        </p:nvSpPr>
        <p:spPr>
          <a:xfrm>
            <a:off x="2124925" y="3120944"/>
            <a:ext cx="755100" cy="55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APC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21" name="Google Shape;1521;p30"/>
          <p:cNvSpPr/>
          <p:nvPr/>
        </p:nvSpPr>
        <p:spPr>
          <a:xfrm>
            <a:off x="1195325" y="3120979"/>
            <a:ext cx="755100" cy="5520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C1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22" name="Google Shape;1522;p30"/>
          <p:cNvSpPr/>
          <p:nvPr/>
        </p:nvSpPr>
        <p:spPr>
          <a:xfrm>
            <a:off x="3064850" y="3120944"/>
            <a:ext cx="755100" cy="55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AOV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23" name="Google Shape;1523;p30"/>
          <p:cNvSpPr/>
          <p:nvPr/>
        </p:nvSpPr>
        <p:spPr>
          <a:xfrm>
            <a:off x="6342900" y="2889125"/>
            <a:ext cx="2121900" cy="8958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24" name="Google Shape;1524;p30"/>
          <p:cNvSpPr/>
          <p:nvPr/>
        </p:nvSpPr>
        <p:spPr>
          <a:xfrm>
            <a:off x="6396700" y="1968775"/>
            <a:ext cx="1062600" cy="411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AC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25" name="Google Shape;1525;p30"/>
          <p:cNvSpPr/>
          <p:nvPr/>
        </p:nvSpPr>
        <p:spPr>
          <a:xfrm>
            <a:off x="6467100" y="3120971"/>
            <a:ext cx="755100" cy="55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UA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26" name="Google Shape;1526;p30"/>
          <p:cNvSpPr/>
          <p:nvPr/>
        </p:nvSpPr>
        <p:spPr>
          <a:xfrm>
            <a:off x="7459300" y="3121005"/>
            <a:ext cx="755100" cy="55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CPL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27" name="Google Shape;1527;p30"/>
          <p:cNvSpPr/>
          <p:nvPr/>
        </p:nvSpPr>
        <p:spPr>
          <a:xfrm>
            <a:off x="1138225" y="4293975"/>
            <a:ext cx="6087600" cy="552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>
                <a:latin typeface="Titillium Web"/>
                <a:ea typeface="Titillium Web"/>
                <a:cs typeface="Titillium Web"/>
                <a:sym typeface="Titillium Web"/>
              </a:rPr>
              <a:t>Рост успешных контактов → потенциальный рост C1 → потенциальный рост Revenue и CM при прочих равных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528" name="Google Shape;1528;p30"/>
          <p:cNvCxnSpPr>
            <a:stCxn id="1517" idx="1"/>
            <a:endCxn id="1518" idx="0"/>
          </p:cNvCxnSpPr>
          <p:nvPr/>
        </p:nvCxnSpPr>
        <p:spPr>
          <a:xfrm flipH="1">
            <a:off x="2853025" y="1358575"/>
            <a:ext cx="1149600" cy="6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29" name="Google Shape;1529;p30"/>
          <p:cNvCxnSpPr>
            <a:stCxn id="1517" idx="3"/>
            <a:endCxn id="1524" idx="0"/>
          </p:cNvCxnSpPr>
          <p:nvPr/>
        </p:nvCxnSpPr>
        <p:spPr>
          <a:xfrm>
            <a:off x="5807725" y="1358575"/>
            <a:ext cx="1120200" cy="6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0" name="Google Shape;1530;p30"/>
          <p:cNvCxnSpPr>
            <a:stCxn id="1518" idx="2"/>
            <a:endCxn id="1515" idx="0"/>
          </p:cNvCxnSpPr>
          <p:nvPr/>
        </p:nvCxnSpPr>
        <p:spPr>
          <a:xfrm flipH="1">
            <a:off x="2040875" y="2380075"/>
            <a:ext cx="812100" cy="50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1" name="Google Shape;1531;p30"/>
          <p:cNvCxnSpPr>
            <a:stCxn id="1524" idx="2"/>
            <a:endCxn id="1523" idx="0"/>
          </p:cNvCxnSpPr>
          <p:nvPr/>
        </p:nvCxnSpPr>
        <p:spPr>
          <a:xfrm>
            <a:off x="6928000" y="2380075"/>
            <a:ext cx="475800" cy="50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32" name="Google Shape;1532;p30"/>
          <p:cNvSpPr txBox="1"/>
          <p:nvPr/>
        </p:nvSpPr>
        <p:spPr>
          <a:xfrm>
            <a:off x="5942100" y="1028625"/>
            <a:ext cx="180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191919"/>
                </a:solidFill>
                <a:latin typeface="Roboto Mono"/>
                <a:ea typeface="Roboto Mono"/>
                <a:cs typeface="Roboto Mono"/>
                <a:sym typeface="Roboto Mono"/>
              </a:rPr>
              <a:t>CM — метрика принятия решения о масштабировании</a:t>
            </a:r>
            <a:r>
              <a:rPr lang="ru" sz="800"/>
              <a:t> 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31"/>
          <p:cNvSpPr txBox="1"/>
          <p:nvPr>
            <p:ph type="title"/>
          </p:nvPr>
        </p:nvSpPr>
        <p:spPr>
          <a:xfrm>
            <a:off x="1588950" y="179300"/>
            <a:ext cx="596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ru"/>
              <a:t>Анализ чувствительности </a:t>
            </a:r>
            <a:endParaRPr/>
          </a:p>
        </p:txBody>
      </p:sp>
      <p:sp>
        <p:nvSpPr>
          <p:cNvPr id="1538" name="Google Shape;1538;p31"/>
          <p:cNvSpPr txBox="1"/>
          <p:nvPr/>
        </p:nvSpPr>
        <p:spPr>
          <a:xfrm>
            <a:off x="2613600" y="856900"/>
            <a:ext cx="3916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Рост C1 заметно влияет на CM по основным продуктам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9" name="Google Shape;153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363300"/>
            <a:ext cx="6844500" cy="323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0" name="Google Shape;154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4400" y="1363300"/>
            <a:ext cx="1546025" cy="14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1" name="Google Shape;1541;p31"/>
          <p:cNvSpPr/>
          <p:nvPr/>
        </p:nvSpPr>
        <p:spPr>
          <a:xfrm>
            <a:off x="446050" y="4724175"/>
            <a:ext cx="7978200" cy="2739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" sz="11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C1 не всегда самый сильный рычаг, но он заметно влияет на CM и не требует изменения цены или рекламного бюджета.</a:t>
            </a:r>
            <a:endParaRPr b="1" i="0" sz="11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32"/>
          <p:cNvSpPr txBox="1"/>
          <p:nvPr>
            <p:ph type="ctrTitle"/>
          </p:nvPr>
        </p:nvSpPr>
        <p:spPr>
          <a:xfrm>
            <a:off x="2616600" y="338250"/>
            <a:ext cx="4080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ru" sz="3600"/>
              <a:t>Бизнес-аналитика </a:t>
            </a:r>
            <a:endParaRPr/>
          </a:p>
        </p:txBody>
      </p:sp>
      <p:grpSp>
        <p:nvGrpSpPr>
          <p:cNvPr id="1547" name="Google Shape;1547;p32"/>
          <p:cNvGrpSpPr/>
          <p:nvPr/>
        </p:nvGrpSpPr>
        <p:grpSpPr>
          <a:xfrm>
            <a:off x="2238454" y="1358584"/>
            <a:ext cx="4667090" cy="3292371"/>
            <a:chOff x="5185625" y="1331837"/>
            <a:chExt cx="3535674" cy="2494220"/>
          </a:xfrm>
        </p:grpSpPr>
        <p:sp>
          <p:nvSpPr>
            <p:cNvPr id="1548" name="Google Shape;1548;p32"/>
            <p:cNvSpPr/>
            <p:nvPr/>
          </p:nvSpPr>
          <p:spPr>
            <a:xfrm>
              <a:off x="6834196" y="1331837"/>
              <a:ext cx="169152" cy="171462"/>
            </a:xfrm>
            <a:custGeom>
              <a:rect b="b" l="l" r="r" t="t"/>
              <a:pathLst>
                <a:path extrusionOk="0" h="1856" w="1831">
                  <a:moveTo>
                    <a:pt x="928" y="402"/>
                  </a:moveTo>
                  <a:cubicBezTo>
                    <a:pt x="1204" y="402"/>
                    <a:pt x="1429" y="652"/>
                    <a:pt x="1429" y="928"/>
                  </a:cubicBezTo>
                  <a:cubicBezTo>
                    <a:pt x="1429" y="1204"/>
                    <a:pt x="1204" y="1429"/>
                    <a:pt x="928" y="1429"/>
                  </a:cubicBezTo>
                  <a:cubicBezTo>
                    <a:pt x="627" y="1429"/>
                    <a:pt x="402" y="1204"/>
                    <a:pt x="402" y="928"/>
                  </a:cubicBezTo>
                  <a:cubicBezTo>
                    <a:pt x="402" y="652"/>
                    <a:pt x="627" y="402"/>
                    <a:pt x="928" y="402"/>
                  </a:cubicBezTo>
                  <a:close/>
                  <a:moveTo>
                    <a:pt x="928" y="1"/>
                  </a:moveTo>
                  <a:cubicBezTo>
                    <a:pt x="402" y="1"/>
                    <a:pt x="1" y="402"/>
                    <a:pt x="1" y="928"/>
                  </a:cubicBezTo>
                  <a:cubicBezTo>
                    <a:pt x="1" y="1429"/>
                    <a:pt x="402" y="1855"/>
                    <a:pt x="928" y="1855"/>
                  </a:cubicBezTo>
                  <a:cubicBezTo>
                    <a:pt x="1429" y="1855"/>
                    <a:pt x="1830" y="1429"/>
                    <a:pt x="1830" y="928"/>
                  </a:cubicBezTo>
                  <a:cubicBezTo>
                    <a:pt x="1830" y="402"/>
                    <a:pt x="1429" y="1"/>
                    <a:pt x="9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32"/>
            <p:cNvSpPr/>
            <p:nvPr/>
          </p:nvSpPr>
          <p:spPr>
            <a:xfrm>
              <a:off x="8191023" y="1838925"/>
              <a:ext cx="159822" cy="157512"/>
            </a:xfrm>
            <a:custGeom>
              <a:rect b="b" l="l" r="r" t="t"/>
              <a:pathLst>
                <a:path extrusionOk="0" h="1705" w="1730">
                  <a:moveTo>
                    <a:pt x="301" y="0"/>
                  </a:moveTo>
                  <a:lnTo>
                    <a:pt x="0" y="301"/>
                  </a:lnTo>
                  <a:lnTo>
                    <a:pt x="1429" y="1705"/>
                  </a:lnTo>
                  <a:lnTo>
                    <a:pt x="1730" y="1429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32"/>
            <p:cNvSpPr/>
            <p:nvPr/>
          </p:nvSpPr>
          <p:spPr>
            <a:xfrm>
              <a:off x="8193332" y="1841235"/>
              <a:ext cx="155203" cy="155203"/>
            </a:xfrm>
            <a:custGeom>
              <a:rect b="b" l="l" r="r" t="t"/>
              <a:pathLst>
                <a:path extrusionOk="0" h="1680" w="1680">
                  <a:moveTo>
                    <a:pt x="1379" y="0"/>
                  </a:moveTo>
                  <a:lnTo>
                    <a:pt x="0" y="1404"/>
                  </a:lnTo>
                  <a:lnTo>
                    <a:pt x="276" y="1680"/>
                  </a:lnTo>
                  <a:lnTo>
                    <a:pt x="1680" y="276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32"/>
            <p:cNvSpPr/>
            <p:nvPr/>
          </p:nvSpPr>
          <p:spPr>
            <a:xfrm>
              <a:off x="5620933" y="1537943"/>
              <a:ext cx="101990" cy="2257551"/>
            </a:xfrm>
            <a:custGeom>
              <a:rect b="b" l="l" r="r" t="t"/>
              <a:pathLst>
                <a:path extrusionOk="0" h="24437" w="1104">
                  <a:moveTo>
                    <a:pt x="552" y="0"/>
                  </a:moveTo>
                  <a:cubicBezTo>
                    <a:pt x="251" y="0"/>
                    <a:pt x="1" y="251"/>
                    <a:pt x="1" y="552"/>
                  </a:cubicBezTo>
                  <a:lnTo>
                    <a:pt x="1" y="24436"/>
                  </a:lnTo>
                  <a:lnTo>
                    <a:pt x="1103" y="24436"/>
                  </a:lnTo>
                  <a:lnTo>
                    <a:pt x="1103" y="552"/>
                  </a:lnTo>
                  <a:cubicBezTo>
                    <a:pt x="1103" y="251"/>
                    <a:pt x="853" y="0"/>
                    <a:pt x="5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32"/>
            <p:cNvSpPr/>
            <p:nvPr/>
          </p:nvSpPr>
          <p:spPr>
            <a:xfrm>
              <a:off x="5771424" y="1841235"/>
              <a:ext cx="104300" cy="1954259"/>
            </a:xfrm>
            <a:custGeom>
              <a:rect b="b" l="l" r="r" t="t"/>
              <a:pathLst>
                <a:path extrusionOk="0" h="21154" w="1129">
                  <a:moveTo>
                    <a:pt x="552" y="0"/>
                  </a:moveTo>
                  <a:cubicBezTo>
                    <a:pt x="251" y="0"/>
                    <a:pt x="1" y="251"/>
                    <a:pt x="1" y="577"/>
                  </a:cubicBezTo>
                  <a:lnTo>
                    <a:pt x="1" y="21153"/>
                  </a:lnTo>
                  <a:lnTo>
                    <a:pt x="1129" y="21153"/>
                  </a:lnTo>
                  <a:lnTo>
                    <a:pt x="1129" y="577"/>
                  </a:lnTo>
                  <a:cubicBezTo>
                    <a:pt x="1129" y="251"/>
                    <a:pt x="878" y="0"/>
                    <a:pt x="5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32"/>
            <p:cNvSpPr/>
            <p:nvPr/>
          </p:nvSpPr>
          <p:spPr>
            <a:xfrm>
              <a:off x="5924226" y="1956990"/>
              <a:ext cx="101990" cy="1838504"/>
            </a:xfrm>
            <a:custGeom>
              <a:rect b="b" l="l" r="r" t="t"/>
              <a:pathLst>
                <a:path extrusionOk="0" h="19901" w="1104">
                  <a:moveTo>
                    <a:pt x="552" y="1"/>
                  </a:moveTo>
                  <a:cubicBezTo>
                    <a:pt x="252" y="1"/>
                    <a:pt x="1" y="251"/>
                    <a:pt x="1" y="552"/>
                  </a:cubicBezTo>
                  <a:lnTo>
                    <a:pt x="1" y="19900"/>
                  </a:lnTo>
                  <a:lnTo>
                    <a:pt x="1104" y="19900"/>
                  </a:lnTo>
                  <a:lnTo>
                    <a:pt x="1104" y="552"/>
                  </a:lnTo>
                  <a:cubicBezTo>
                    <a:pt x="1104" y="251"/>
                    <a:pt x="853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32"/>
            <p:cNvSpPr/>
            <p:nvPr/>
          </p:nvSpPr>
          <p:spPr>
            <a:xfrm>
              <a:off x="6077119" y="2373728"/>
              <a:ext cx="101898" cy="1421767"/>
            </a:xfrm>
            <a:custGeom>
              <a:rect b="b" l="l" r="r" t="t"/>
              <a:pathLst>
                <a:path extrusionOk="0" h="15390" w="1103">
                  <a:moveTo>
                    <a:pt x="551" y="1"/>
                  </a:moveTo>
                  <a:cubicBezTo>
                    <a:pt x="251" y="1"/>
                    <a:pt x="0" y="251"/>
                    <a:pt x="0" y="552"/>
                  </a:cubicBezTo>
                  <a:lnTo>
                    <a:pt x="0" y="15389"/>
                  </a:lnTo>
                  <a:lnTo>
                    <a:pt x="1103" y="15389"/>
                  </a:lnTo>
                  <a:lnTo>
                    <a:pt x="1103" y="552"/>
                  </a:lnTo>
                  <a:cubicBezTo>
                    <a:pt x="1103" y="251"/>
                    <a:pt x="852" y="1"/>
                    <a:pt x="5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32"/>
            <p:cNvSpPr/>
            <p:nvPr/>
          </p:nvSpPr>
          <p:spPr>
            <a:xfrm>
              <a:off x="6227611" y="2146836"/>
              <a:ext cx="104207" cy="1648658"/>
            </a:xfrm>
            <a:custGeom>
              <a:rect b="b" l="l" r="r" t="t"/>
              <a:pathLst>
                <a:path extrusionOk="0" h="17846" w="1128">
                  <a:moveTo>
                    <a:pt x="552" y="1"/>
                  </a:moveTo>
                  <a:cubicBezTo>
                    <a:pt x="251" y="1"/>
                    <a:pt x="0" y="251"/>
                    <a:pt x="0" y="552"/>
                  </a:cubicBezTo>
                  <a:lnTo>
                    <a:pt x="0" y="17845"/>
                  </a:lnTo>
                  <a:lnTo>
                    <a:pt x="1128" y="17845"/>
                  </a:lnTo>
                  <a:lnTo>
                    <a:pt x="1128" y="552"/>
                  </a:lnTo>
                  <a:cubicBezTo>
                    <a:pt x="1128" y="251"/>
                    <a:pt x="877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32"/>
            <p:cNvSpPr/>
            <p:nvPr/>
          </p:nvSpPr>
          <p:spPr>
            <a:xfrm>
              <a:off x="6380412" y="1841235"/>
              <a:ext cx="101990" cy="1954259"/>
            </a:xfrm>
            <a:custGeom>
              <a:rect b="b" l="l" r="r" t="t"/>
              <a:pathLst>
                <a:path extrusionOk="0" h="21154" w="1104">
                  <a:moveTo>
                    <a:pt x="552" y="0"/>
                  </a:moveTo>
                  <a:cubicBezTo>
                    <a:pt x="251" y="0"/>
                    <a:pt x="0" y="251"/>
                    <a:pt x="0" y="577"/>
                  </a:cubicBezTo>
                  <a:lnTo>
                    <a:pt x="0" y="21153"/>
                  </a:lnTo>
                  <a:lnTo>
                    <a:pt x="1103" y="21153"/>
                  </a:lnTo>
                  <a:lnTo>
                    <a:pt x="1103" y="577"/>
                  </a:lnTo>
                  <a:cubicBezTo>
                    <a:pt x="1103" y="251"/>
                    <a:pt x="852" y="0"/>
                    <a:pt x="5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32"/>
            <p:cNvSpPr/>
            <p:nvPr/>
          </p:nvSpPr>
          <p:spPr>
            <a:xfrm>
              <a:off x="6533213" y="1537943"/>
              <a:ext cx="101990" cy="2257551"/>
            </a:xfrm>
            <a:custGeom>
              <a:rect b="b" l="l" r="r" t="t"/>
              <a:pathLst>
                <a:path extrusionOk="0" h="24437" w="1104">
                  <a:moveTo>
                    <a:pt x="552" y="0"/>
                  </a:moveTo>
                  <a:cubicBezTo>
                    <a:pt x="251" y="0"/>
                    <a:pt x="0" y="251"/>
                    <a:pt x="0" y="552"/>
                  </a:cubicBezTo>
                  <a:lnTo>
                    <a:pt x="0" y="24436"/>
                  </a:lnTo>
                  <a:lnTo>
                    <a:pt x="1103" y="24436"/>
                  </a:lnTo>
                  <a:lnTo>
                    <a:pt x="1103" y="552"/>
                  </a:lnTo>
                  <a:cubicBezTo>
                    <a:pt x="1103" y="251"/>
                    <a:pt x="853" y="0"/>
                    <a:pt x="5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32"/>
            <p:cNvSpPr/>
            <p:nvPr/>
          </p:nvSpPr>
          <p:spPr>
            <a:xfrm>
              <a:off x="6683705" y="2563666"/>
              <a:ext cx="104300" cy="1231828"/>
            </a:xfrm>
            <a:custGeom>
              <a:rect b="b" l="l" r="r" t="t"/>
              <a:pathLst>
                <a:path extrusionOk="0" h="13334" w="1129">
                  <a:moveTo>
                    <a:pt x="577" y="0"/>
                  </a:moveTo>
                  <a:cubicBezTo>
                    <a:pt x="251" y="0"/>
                    <a:pt x="1" y="251"/>
                    <a:pt x="1" y="576"/>
                  </a:cubicBezTo>
                  <a:lnTo>
                    <a:pt x="1" y="13333"/>
                  </a:lnTo>
                  <a:lnTo>
                    <a:pt x="1128" y="13333"/>
                  </a:lnTo>
                  <a:lnTo>
                    <a:pt x="1128" y="576"/>
                  </a:lnTo>
                  <a:cubicBezTo>
                    <a:pt x="1128" y="251"/>
                    <a:pt x="878" y="0"/>
                    <a:pt x="5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32"/>
            <p:cNvSpPr/>
            <p:nvPr/>
          </p:nvSpPr>
          <p:spPr>
            <a:xfrm>
              <a:off x="6836506" y="2413083"/>
              <a:ext cx="101990" cy="1382412"/>
            </a:xfrm>
            <a:custGeom>
              <a:rect b="b" l="l" r="r" t="t"/>
              <a:pathLst>
                <a:path extrusionOk="0" h="14964" w="1104">
                  <a:moveTo>
                    <a:pt x="552" y="1"/>
                  </a:moveTo>
                  <a:cubicBezTo>
                    <a:pt x="251" y="1"/>
                    <a:pt x="1" y="252"/>
                    <a:pt x="1" y="552"/>
                  </a:cubicBezTo>
                  <a:lnTo>
                    <a:pt x="1" y="14963"/>
                  </a:lnTo>
                  <a:lnTo>
                    <a:pt x="1103" y="14963"/>
                  </a:lnTo>
                  <a:lnTo>
                    <a:pt x="1103" y="552"/>
                  </a:lnTo>
                  <a:cubicBezTo>
                    <a:pt x="1103" y="252"/>
                    <a:pt x="853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32"/>
            <p:cNvSpPr/>
            <p:nvPr/>
          </p:nvSpPr>
          <p:spPr>
            <a:xfrm>
              <a:off x="6989307" y="2107481"/>
              <a:ext cx="101990" cy="1688013"/>
            </a:xfrm>
            <a:custGeom>
              <a:rect b="b" l="l" r="r" t="t"/>
              <a:pathLst>
                <a:path extrusionOk="0" h="18272" w="1104">
                  <a:moveTo>
                    <a:pt x="552" y="1"/>
                  </a:moveTo>
                  <a:cubicBezTo>
                    <a:pt x="251" y="1"/>
                    <a:pt x="1" y="251"/>
                    <a:pt x="1" y="577"/>
                  </a:cubicBezTo>
                  <a:lnTo>
                    <a:pt x="1" y="18271"/>
                  </a:lnTo>
                  <a:lnTo>
                    <a:pt x="1104" y="18271"/>
                  </a:lnTo>
                  <a:lnTo>
                    <a:pt x="1104" y="577"/>
                  </a:lnTo>
                  <a:cubicBezTo>
                    <a:pt x="1104" y="251"/>
                    <a:pt x="853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32"/>
            <p:cNvSpPr/>
            <p:nvPr/>
          </p:nvSpPr>
          <p:spPr>
            <a:xfrm>
              <a:off x="7139799" y="1537943"/>
              <a:ext cx="104300" cy="2257551"/>
            </a:xfrm>
            <a:custGeom>
              <a:rect b="b" l="l" r="r" t="t"/>
              <a:pathLst>
                <a:path extrusionOk="0" h="24437" w="1129">
                  <a:moveTo>
                    <a:pt x="577" y="0"/>
                  </a:moveTo>
                  <a:cubicBezTo>
                    <a:pt x="252" y="0"/>
                    <a:pt x="1" y="251"/>
                    <a:pt x="1" y="552"/>
                  </a:cubicBezTo>
                  <a:lnTo>
                    <a:pt x="1" y="24436"/>
                  </a:lnTo>
                  <a:lnTo>
                    <a:pt x="1129" y="24436"/>
                  </a:lnTo>
                  <a:lnTo>
                    <a:pt x="1129" y="552"/>
                  </a:lnTo>
                  <a:cubicBezTo>
                    <a:pt x="1129" y="251"/>
                    <a:pt x="878" y="0"/>
                    <a:pt x="5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32"/>
            <p:cNvSpPr/>
            <p:nvPr/>
          </p:nvSpPr>
          <p:spPr>
            <a:xfrm>
              <a:off x="7292692" y="1841235"/>
              <a:ext cx="101898" cy="1954259"/>
            </a:xfrm>
            <a:custGeom>
              <a:rect b="b" l="l" r="r" t="t"/>
              <a:pathLst>
                <a:path extrusionOk="0" h="21154" w="1103">
                  <a:moveTo>
                    <a:pt x="551" y="0"/>
                  </a:moveTo>
                  <a:cubicBezTo>
                    <a:pt x="251" y="0"/>
                    <a:pt x="0" y="251"/>
                    <a:pt x="0" y="577"/>
                  </a:cubicBezTo>
                  <a:lnTo>
                    <a:pt x="0" y="21153"/>
                  </a:lnTo>
                  <a:lnTo>
                    <a:pt x="1103" y="21153"/>
                  </a:lnTo>
                  <a:lnTo>
                    <a:pt x="1103" y="577"/>
                  </a:lnTo>
                  <a:cubicBezTo>
                    <a:pt x="1103" y="251"/>
                    <a:pt x="852" y="0"/>
                    <a:pt x="5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32"/>
            <p:cNvSpPr/>
            <p:nvPr/>
          </p:nvSpPr>
          <p:spPr>
            <a:xfrm>
              <a:off x="7445493" y="2107481"/>
              <a:ext cx="101898" cy="1688013"/>
            </a:xfrm>
            <a:custGeom>
              <a:rect b="b" l="l" r="r" t="t"/>
              <a:pathLst>
                <a:path extrusionOk="0" h="18272" w="1103">
                  <a:moveTo>
                    <a:pt x="552" y="1"/>
                  </a:moveTo>
                  <a:cubicBezTo>
                    <a:pt x="251" y="1"/>
                    <a:pt x="0" y="251"/>
                    <a:pt x="0" y="577"/>
                  </a:cubicBezTo>
                  <a:lnTo>
                    <a:pt x="0" y="18271"/>
                  </a:lnTo>
                  <a:lnTo>
                    <a:pt x="1103" y="18271"/>
                  </a:lnTo>
                  <a:lnTo>
                    <a:pt x="1103" y="577"/>
                  </a:lnTo>
                  <a:cubicBezTo>
                    <a:pt x="1103" y="251"/>
                    <a:pt x="852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32"/>
            <p:cNvSpPr/>
            <p:nvPr/>
          </p:nvSpPr>
          <p:spPr>
            <a:xfrm>
              <a:off x="7595985" y="2336683"/>
              <a:ext cx="104300" cy="1458812"/>
            </a:xfrm>
            <a:custGeom>
              <a:rect b="b" l="l" r="r" t="t"/>
              <a:pathLst>
                <a:path extrusionOk="0" h="15791" w="1129">
                  <a:moveTo>
                    <a:pt x="577" y="1"/>
                  </a:moveTo>
                  <a:cubicBezTo>
                    <a:pt x="251" y="1"/>
                    <a:pt x="0" y="251"/>
                    <a:pt x="0" y="552"/>
                  </a:cubicBezTo>
                  <a:lnTo>
                    <a:pt x="0" y="15790"/>
                  </a:lnTo>
                  <a:lnTo>
                    <a:pt x="1128" y="15790"/>
                  </a:lnTo>
                  <a:lnTo>
                    <a:pt x="1128" y="552"/>
                  </a:lnTo>
                  <a:cubicBezTo>
                    <a:pt x="1128" y="251"/>
                    <a:pt x="877" y="1"/>
                    <a:pt x="5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32"/>
            <p:cNvSpPr/>
            <p:nvPr/>
          </p:nvSpPr>
          <p:spPr>
            <a:xfrm>
              <a:off x="7748786" y="2146836"/>
              <a:ext cx="101990" cy="1648658"/>
            </a:xfrm>
            <a:custGeom>
              <a:rect b="b" l="l" r="r" t="t"/>
              <a:pathLst>
                <a:path extrusionOk="0" h="17846" w="1104">
                  <a:moveTo>
                    <a:pt x="552" y="1"/>
                  </a:moveTo>
                  <a:cubicBezTo>
                    <a:pt x="251" y="1"/>
                    <a:pt x="0" y="251"/>
                    <a:pt x="0" y="552"/>
                  </a:cubicBezTo>
                  <a:lnTo>
                    <a:pt x="0" y="17845"/>
                  </a:lnTo>
                  <a:lnTo>
                    <a:pt x="1103" y="17845"/>
                  </a:lnTo>
                  <a:lnTo>
                    <a:pt x="1103" y="552"/>
                  </a:lnTo>
                  <a:cubicBezTo>
                    <a:pt x="1103" y="251"/>
                    <a:pt x="853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32"/>
            <p:cNvSpPr/>
            <p:nvPr/>
          </p:nvSpPr>
          <p:spPr>
            <a:xfrm>
              <a:off x="7901587" y="1917635"/>
              <a:ext cx="101990" cy="1877859"/>
            </a:xfrm>
            <a:custGeom>
              <a:rect b="b" l="l" r="r" t="t"/>
              <a:pathLst>
                <a:path extrusionOk="0" h="20327" w="1104">
                  <a:moveTo>
                    <a:pt x="552" y="0"/>
                  </a:moveTo>
                  <a:cubicBezTo>
                    <a:pt x="251" y="0"/>
                    <a:pt x="1" y="251"/>
                    <a:pt x="1" y="552"/>
                  </a:cubicBezTo>
                  <a:lnTo>
                    <a:pt x="1" y="20326"/>
                  </a:lnTo>
                  <a:lnTo>
                    <a:pt x="1103" y="20326"/>
                  </a:lnTo>
                  <a:lnTo>
                    <a:pt x="1103" y="552"/>
                  </a:lnTo>
                  <a:cubicBezTo>
                    <a:pt x="1103" y="251"/>
                    <a:pt x="853" y="0"/>
                    <a:pt x="5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32"/>
            <p:cNvSpPr/>
            <p:nvPr/>
          </p:nvSpPr>
          <p:spPr>
            <a:xfrm>
              <a:off x="5363924" y="2751203"/>
              <a:ext cx="157605" cy="157512"/>
            </a:xfrm>
            <a:custGeom>
              <a:rect b="b" l="l" r="r" t="t"/>
              <a:pathLst>
                <a:path extrusionOk="0" h="1705" w="1706">
                  <a:moveTo>
                    <a:pt x="276" y="0"/>
                  </a:moveTo>
                  <a:lnTo>
                    <a:pt x="1" y="301"/>
                  </a:lnTo>
                  <a:lnTo>
                    <a:pt x="1429" y="1704"/>
                  </a:lnTo>
                  <a:lnTo>
                    <a:pt x="1705" y="1404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32"/>
            <p:cNvSpPr/>
            <p:nvPr/>
          </p:nvSpPr>
          <p:spPr>
            <a:xfrm>
              <a:off x="5363924" y="2751203"/>
              <a:ext cx="157605" cy="157512"/>
            </a:xfrm>
            <a:custGeom>
              <a:rect b="b" l="l" r="r" t="t"/>
              <a:pathLst>
                <a:path extrusionOk="0" h="1705" w="1706">
                  <a:moveTo>
                    <a:pt x="1404" y="0"/>
                  </a:moveTo>
                  <a:lnTo>
                    <a:pt x="1" y="1404"/>
                  </a:lnTo>
                  <a:lnTo>
                    <a:pt x="302" y="1704"/>
                  </a:lnTo>
                  <a:lnTo>
                    <a:pt x="1705" y="301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32"/>
            <p:cNvSpPr/>
            <p:nvPr/>
          </p:nvSpPr>
          <p:spPr>
            <a:xfrm>
              <a:off x="5560792" y="3299846"/>
              <a:ext cx="3128071" cy="526211"/>
            </a:xfrm>
            <a:custGeom>
              <a:rect b="b" l="l" r="r" t="t"/>
              <a:pathLst>
                <a:path extrusionOk="0" h="5696" w="33860">
                  <a:moveTo>
                    <a:pt x="16024" y="1"/>
                  </a:moveTo>
                  <a:cubicBezTo>
                    <a:pt x="14503" y="1"/>
                    <a:pt x="13074" y="526"/>
                    <a:pt x="12080" y="1109"/>
                  </a:cubicBezTo>
                  <a:cubicBezTo>
                    <a:pt x="10805" y="1851"/>
                    <a:pt x="9601" y="3129"/>
                    <a:pt x="7844" y="3129"/>
                  </a:cubicBezTo>
                  <a:cubicBezTo>
                    <a:pt x="7288" y="3129"/>
                    <a:pt x="6677" y="3001"/>
                    <a:pt x="5990" y="2688"/>
                  </a:cubicBezTo>
                  <a:cubicBezTo>
                    <a:pt x="5615" y="2516"/>
                    <a:pt x="5235" y="2442"/>
                    <a:pt x="4858" y="2442"/>
                  </a:cubicBezTo>
                  <a:cubicBezTo>
                    <a:pt x="2364" y="2442"/>
                    <a:pt x="0" y="5695"/>
                    <a:pt x="0" y="5695"/>
                  </a:cubicBezTo>
                  <a:lnTo>
                    <a:pt x="33860" y="5695"/>
                  </a:lnTo>
                  <a:cubicBezTo>
                    <a:pt x="32762" y="2945"/>
                    <a:pt x="30793" y="2179"/>
                    <a:pt x="28930" y="2179"/>
                  </a:cubicBezTo>
                  <a:cubicBezTo>
                    <a:pt x="27348" y="2179"/>
                    <a:pt x="25842" y="2732"/>
                    <a:pt x="25013" y="3089"/>
                  </a:cubicBezTo>
                  <a:cubicBezTo>
                    <a:pt x="24550" y="3285"/>
                    <a:pt x="24138" y="3379"/>
                    <a:pt x="23737" y="3379"/>
                  </a:cubicBezTo>
                  <a:cubicBezTo>
                    <a:pt x="22552" y="3379"/>
                    <a:pt x="21472" y="2557"/>
                    <a:pt x="19524" y="1134"/>
                  </a:cubicBezTo>
                  <a:cubicBezTo>
                    <a:pt x="18405" y="308"/>
                    <a:pt x="17188" y="1"/>
                    <a:pt x="160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32"/>
            <p:cNvSpPr/>
            <p:nvPr/>
          </p:nvSpPr>
          <p:spPr>
            <a:xfrm>
              <a:off x="5185625" y="2822984"/>
              <a:ext cx="3230062" cy="956251"/>
            </a:xfrm>
            <a:custGeom>
              <a:rect b="b" l="l" r="r" t="t"/>
              <a:pathLst>
                <a:path extrusionOk="0" h="10351" w="34964">
                  <a:moveTo>
                    <a:pt x="12232" y="0"/>
                  </a:moveTo>
                  <a:cubicBezTo>
                    <a:pt x="11530" y="25"/>
                    <a:pt x="10803" y="551"/>
                    <a:pt x="10076" y="1554"/>
                  </a:cubicBezTo>
                  <a:cubicBezTo>
                    <a:pt x="9024" y="2957"/>
                    <a:pt x="7520" y="3684"/>
                    <a:pt x="5665" y="3684"/>
                  </a:cubicBezTo>
                  <a:cubicBezTo>
                    <a:pt x="4061" y="3684"/>
                    <a:pt x="2783" y="4186"/>
                    <a:pt x="1856" y="5163"/>
                  </a:cubicBezTo>
                  <a:cubicBezTo>
                    <a:pt x="1" y="7118"/>
                    <a:pt x="101" y="10226"/>
                    <a:pt x="126" y="10351"/>
                  </a:cubicBezTo>
                  <a:lnTo>
                    <a:pt x="527" y="10326"/>
                  </a:lnTo>
                  <a:cubicBezTo>
                    <a:pt x="527" y="10301"/>
                    <a:pt x="427" y="7268"/>
                    <a:pt x="2156" y="5464"/>
                  </a:cubicBezTo>
                  <a:cubicBezTo>
                    <a:pt x="3008" y="4561"/>
                    <a:pt x="4186" y="4110"/>
                    <a:pt x="5665" y="4110"/>
                  </a:cubicBezTo>
                  <a:cubicBezTo>
                    <a:pt x="7670" y="4110"/>
                    <a:pt x="9249" y="3333"/>
                    <a:pt x="10402" y="1780"/>
                  </a:cubicBezTo>
                  <a:cubicBezTo>
                    <a:pt x="11054" y="902"/>
                    <a:pt x="11680" y="426"/>
                    <a:pt x="12257" y="426"/>
                  </a:cubicBezTo>
                  <a:cubicBezTo>
                    <a:pt x="12683" y="426"/>
                    <a:pt x="13084" y="627"/>
                    <a:pt x="13485" y="1103"/>
                  </a:cubicBezTo>
                  <a:cubicBezTo>
                    <a:pt x="13861" y="1554"/>
                    <a:pt x="14111" y="2055"/>
                    <a:pt x="14337" y="2506"/>
                  </a:cubicBezTo>
                  <a:cubicBezTo>
                    <a:pt x="14713" y="3233"/>
                    <a:pt x="15064" y="3935"/>
                    <a:pt x="15916" y="4085"/>
                  </a:cubicBezTo>
                  <a:cubicBezTo>
                    <a:pt x="15974" y="4097"/>
                    <a:pt x="16031" y="4103"/>
                    <a:pt x="16088" y="4103"/>
                  </a:cubicBezTo>
                  <a:cubicBezTo>
                    <a:pt x="16739" y="4103"/>
                    <a:pt x="17294" y="3338"/>
                    <a:pt x="17871" y="2531"/>
                  </a:cubicBezTo>
                  <a:cubicBezTo>
                    <a:pt x="18439" y="1741"/>
                    <a:pt x="19007" y="902"/>
                    <a:pt x="19623" y="902"/>
                  </a:cubicBezTo>
                  <a:cubicBezTo>
                    <a:pt x="19632" y="902"/>
                    <a:pt x="19641" y="902"/>
                    <a:pt x="19650" y="902"/>
                  </a:cubicBezTo>
                  <a:cubicBezTo>
                    <a:pt x="20277" y="927"/>
                    <a:pt x="20803" y="1629"/>
                    <a:pt x="21354" y="2381"/>
                  </a:cubicBezTo>
                  <a:cubicBezTo>
                    <a:pt x="21981" y="3208"/>
                    <a:pt x="22633" y="4085"/>
                    <a:pt x="23535" y="4110"/>
                  </a:cubicBezTo>
                  <a:cubicBezTo>
                    <a:pt x="24136" y="4110"/>
                    <a:pt x="24613" y="3885"/>
                    <a:pt x="25064" y="3659"/>
                  </a:cubicBezTo>
                  <a:cubicBezTo>
                    <a:pt x="25458" y="3475"/>
                    <a:pt x="25828" y="3302"/>
                    <a:pt x="26242" y="3302"/>
                  </a:cubicBezTo>
                  <a:cubicBezTo>
                    <a:pt x="26670" y="3302"/>
                    <a:pt x="27146" y="3487"/>
                    <a:pt x="27745" y="4035"/>
                  </a:cubicBezTo>
                  <a:cubicBezTo>
                    <a:pt x="28472" y="4712"/>
                    <a:pt x="28773" y="5288"/>
                    <a:pt x="29049" y="5790"/>
                  </a:cubicBezTo>
                  <a:cubicBezTo>
                    <a:pt x="29500" y="6642"/>
                    <a:pt x="29851" y="7293"/>
                    <a:pt x="31806" y="7569"/>
                  </a:cubicBezTo>
                  <a:cubicBezTo>
                    <a:pt x="34512" y="7945"/>
                    <a:pt x="34312" y="10150"/>
                    <a:pt x="34287" y="10251"/>
                  </a:cubicBezTo>
                  <a:lnTo>
                    <a:pt x="34713" y="10276"/>
                  </a:lnTo>
                  <a:cubicBezTo>
                    <a:pt x="34713" y="10251"/>
                    <a:pt x="34964" y="7594"/>
                    <a:pt x="31856" y="7168"/>
                  </a:cubicBezTo>
                  <a:cubicBezTo>
                    <a:pt x="30126" y="6917"/>
                    <a:pt x="29851" y="6416"/>
                    <a:pt x="29400" y="5589"/>
                  </a:cubicBezTo>
                  <a:cubicBezTo>
                    <a:pt x="29149" y="5088"/>
                    <a:pt x="28798" y="4461"/>
                    <a:pt x="28021" y="3734"/>
                  </a:cubicBezTo>
                  <a:cubicBezTo>
                    <a:pt x="27327" y="3091"/>
                    <a:pt x="26760" y="2879"/>
                    <a:pt x="26255" y="2879"/>
                  </a:cubicBezTo>
                  <a:cubicBezTo>
                    <a:pt x="25759" y="2879"/>
                    <a:pt x="25324" y="3084"/>
                    <a:pt x="24888" y="3283"/>
                  </a:cubicBezTo>
                  <a:cubicBezTo>
                    <a:pt x="24486" y="3496"/>
                    <a:pt x="24107" y="3686"/>
                    <a:pt x="23645" y="3686"/>
                  </a:cubicBezTo>
                  <a:cubicBezTo>
                    <a:pt x="23617" y="3686"/>
                    <a:pt x="23589" y="3686"/>
                    <a:pt x="23560" y="3684"/>
                  </a:cubicBezTo>
                  <a:cubicBezTo>
                    <a:pt x="22858" y="3684"/>
                    <a:pt x="22257" y="2882"/>
                    <a:pt x="21680" y="2130"/>
                  </a:cubicBezTo>
                  <a:cubicBezTo>
                    <a:pt x="21104" y="1353"/>
                    <a:pt x="20477" y="526"/>
                    <a:pt x="19675" y="501"/>
                  </a:cubicBezTo>
                  <a:cubicBezTo>
                    <a:pt x="19653" y="500"/>
                    <a:pt x="19631" y="499"/>
                    <a:pt x="19609" y="499"/>
                  </a:cubicBezTo>
                  <a:cubicBezTo>
                    <a:pt x="18789" y="499"/>
                    <a:pt x="18155" y="1402"/>
                    <a:pt x="17520" y="2281"/>
                  </a:cubicBezTo>
                  <a:cubicBezTo>
                    <a:pt x="17049" y="2987"/>
                    <a:pt x="16534" y="3693"/>
                    <a:pt x="16078" y="3693"/>
                  </a:cubicBezTo>
                  <a:cubicBezTo>
                    <a:pt x="16049" y="3693"/>
                    <a:pt x="16020" y="3690"/>
                    <a:pt x="15991" y="3684"/>
                  </a:cubicBezTo>
                  <a:cubicBezTo>
                    <a:pt x="15339" y="3559"/>
                    <a:pt x="15089" y="3033"/>
                    <a:pt x="14713" y="2306"/>
                  </a:cubicBezTo>
                  <a:cubicBezTo>
                    <a:pt x="14487" y="1855"/>
                    <a:pt x="14212" y="1328"/>
                    <a:pt x="13811" y="852"/>
                  </a:cubicBezTo>
                  <a:cubicBezTo>
                    <a:pt x="13309" y="276"/>
                    <a:pt x="12783" y="0"/>
                    <a:pt x="122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32"/>
            <p:cNvSpPr/>
            <p:nvPr/>
          </p:nvSpPr>
          <p:spPr>
            <a:xfrm>
              <a:off x="8593904" y="2193120"/>
              <a:ext cx="127395" cy="766498"/>
            </a:xfrm>
            <a:custGeom>
              <a:rect b="b" l="l" r="r" t="t"/>
              <a:pathLst>
                <a:path extrusionOk="0" h="8297" w="1379">
                  <a:moveTo>
                    <a:pt x="1203" y="1"/>
                  </a:moveTo>
                  <a:lnTo>
                    <a:pt x="426" y="678"/>
                  </a:lnTo>
                  <a:cubicBezTo>
                    <a:pt x="101" y="953"/>
                    <a:pt x="76" y="1455"/>
                    <a:pt x="351" y="1805"/>
                  </a:cubicBezTo>
                  <a:lnTo>
                    <a:pt x="903" y="2407"/>
                  </a:lnTo>
                  <a:cubicBezTo>
                    <a:pt x="1003" y="2532"/>
                    <a:pt x="1053" y="2683"/>
                    <a:pt x="1028" y="2833"/>
                  </a:cubicBezTo>
                  <a:cubicBezTo>
                    <a:pt x="1028" y="2958"/>
                    <a:pt x="953" y="3109"/>
                    <a:pt x="852" y="3209"/>
                  </a:cubicBezTo>
                  <a:lnTo>
                    <a:pt x="326" y="3660"/>
                  </a:lnTo>
                  <a:cubicBezTo>
                    <a:pt x="176" y="3785"/>
                    <a:pt x="76" y="3986"/>
                    <a:pt x="50" y="4212"/>
                  </a:cubicBezTo>
                  <a:cubicBezTo>
                    <a:pt x="50" y="4412"/>
                    <a:pt x="101" y="4638"/>
                    <a:pt x="251" y="4788"/>
                  </a:cubicBezTo>
                  <a:lnTo>
                    <a:pt x="752" y="5339"/>
                  </a:lnTo>
                  <a:cubicBezTo>
                    <a:pt x="852" y="5440"/>
                    <a:pt x="903" y="5590"/>
                    <a:pt x="878" y="5765"/>
                  </a:cubicBezTo>
                  <a:cubicBezTo>
                    <a:pt x="878" y="5916"/>
                    <a:pt x="802" y="6041"/>
                    <a:pt x="677" y="6141"/>
                  </a:cubicBezTo>
                  <a:lnTo>
                    <a:pt x="326" y="6417"/>
                  </a:lnTo>
                  <a:cubicBezTo>
                    <a:pt x="126" y="6567"/>
                    <a:pt x="25" y="6768"/>
                    <a:pt x="0" y="7019"/>
                  </a:cubicBezTo>
                  <a:cubicBezTo>
                    <a:pt x="0" y="7244"/>
                    <a:pt x="101" y="7470"/>
                    <a:pt x="251" y="7620"/>
                  </a:cubicBezTo>
                  <a:lnTo>
                    <a:pt x="953" y="8297"/>
                  </a:lnTo>
                  <a:lnTo>
                    <a:pt x="1128" y="8121"/>
                  </a:lnTo>
                  <a:lnTo>
                    <a:pt x="426" y="7445"/>
                  </a:lnTo>
                  <a:cubicBezTo>
                    <a:pt x="301" y="7344"/>
                    <a:pt x="251" y="7194"/>
                    <a:pt x="251" y="7019"/>
                  </a:cubicBezTo>
                  <a:cubicBezTo>
                    <a:pt x="251" y="6868"/>
                    <a:pt x="326" y="6718"/>
                    <a:pt x="477" y="6618"/>
                  </a:cubicBezTo>
                  <a:lnTo>
                    <a:pt x="827" y="6342"/>
                  </a:lnTo>
                  <a:cubicBezTo>
                    <a:pt x="1003" y="6191"/>
                    <a:pt x="1103" y="5991"/>
                    <a:pt x="1128" y="5765"/>
                  </a:cubicBezTo>
                  <a:cubicBezTo>
                    <a:pt x="1153" y="5540"/>
                    <a:pt x="1078" y="5339"/>
                    <a:pt x="928" y="5164"/>
                  </a:cubicBezTo>
                  <a:lnTo>
                    <a:pt x="426" y="4638"/>
                  </a:lnTo>
                  <a:cubicBezTo>
                    <a:pt x="326" y="4512"/>
                    <a:pt x="276" y="4362"/>
                    <a:pt x="301" y="4212"/>
                  </a:cubicBezTo>
                  <a:cubicBezTo>
                    <a:pt x="301" y="4061"/>
                    <a:pt x="376" y="3936"/>
                    <a:pt x="477" y="3836"/>
                  </a:cubicBezTo>
                  <a:lnTo>
                    <a:pt x="1003" y="3384"/>
                  </a:lnTo>
                  <a:cubicBezTo>
                    <a:pt x="1153" y="3259"/>
                    <a:pt x="1253" y="3059"/>
                    <a:pt x="1279" y="2833"/>
                  </a:cubicBezTo>
                  <a:cubicBezTo>
                    <a:pt x="1304" y="2633"/>
                    <a:pt x="1228" y="2432"/>
                    <a:pt x="1078" y="2257"/>
                  </a:cubicBezTo>
                  <a:lnTo>
                    <a:pt x="552" y="1630"/>
                  </a:lnTo>
                  <a:cubicBezTo>
                    <a:pt x="351" y="1404"/>
                    <a:pt x="376" y="1054"/>
                    <a:pt x="602" y="853"/>
                  </a:cubicBezTo>
                  <a:lnTo>
                    <a:pt x="1379" y="176"/>
                  </a:lnTo>
                  <a:lnTo>
                    <a:pt x="1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32"/>
            <p:cNvSpPr/>
            <p:nvPr/>
          </p:nvSpPr>
          <p:spPr>
            <a:xfrm>
              <a:off x="7950181" y="3230484"/>
              <a:ext cx="41849" cy="558083"/>
            </a:xfrm>
            <a:custGeom>
              <a:rect b="b" l="l" r="r" t="t"/>
              <a:pathLst>
                <a:path extrusionOk="0" h="6041" w="453">
                  <a:moveTo>
                    <a:pt x="1" y="0"/>
                  </a:moveTo>
                  <a:lnTo>
                    <a:pt x="1" y="6040"/>
                  </a:lnTo>
                  <a:lnTo>
                    <a:pt x="452" y="6040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32"/>
            <p:cNvSpPr/>
            <p:nvPr/>
          </p:nvSpPr>
          <p:spPr>
            <a:xfrm>
              <a:off x="7762643" y="2681731"/>
              <a:ext cx="565104" cy="548844"/>
            </a:xfrm>
            <a:custGeom>
              <a:rect b="b" l="l" r="r" t="t"/>
              <a:pathLst>
                <a:path extrusionOk="0" h="5941" w="6117">
                  <a:moveTo>
                    <a:pt x="1104" y="0"/>
                  </a:moveTo>
                  <a:cubicBezTo>
                    <a:pt x="502" y="0"/>
                    <a:pt x="1" y="451"/>
                    <a:pt x="1" y="1003"/>
                  </a:cubicBezTo>
                  <a:lnTo>
                    <a:pt x="1" y="5940"/>
                  </a:lnTo>
                  <a:lnTo>
                    <a:pt x="6116" y="5940"/>
                  </a:lnTo>
                  <a:lnTo>
                    <a:pt x="6116" y="1003"/>
                  </a:lnTo>
                  <a:cubicBezTo>
                    <a:pt x="6116" y="451"/>
                    <a:pt x="5615" y="0"/>
                    <a:pt x="5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32"/>
            <p:cNvSpPr/>
            <p:nvPr/>
          </p:nvSpPr>
          <p:spPr>
            <a:xfrm>
              <a:off x="7466279" y="3207296"/>
              <a:ext cx="861467" cy="67254"/>
            </a:xfrm>
            <a:custGeom>
              <a:rect b="b" l="l" r="r" t="t"/>
              <a:pathLst>
                <a:path extrusionOk="0" h="728" w="9325">
                  <a:moveTo>
                    <a:pt x="427" y="0"/>
                  </a:moveTo>
                  <a:cubicBezTo>
                    <a:pt x="201" y="0"/>
                    <a:pt x="1" y="151"/>
                    <a:pt x="1" y="351"/>
                  </a:cubicBezTo>
                  <a:cubicBezTo>
                    <a:pt x="1" y="552"/>
                    <a:pt x="201" y="727"/>
                    <a:pt x="427" y="727"/>
                  </a:cubicBezTo>
                  <a:lnTo>
                    <a:pt x="8923" y="727"/>
                  </a:lnTo>
                  <a:cubicBezTo>
                    <a:pt x="9149" y="727"/>
                    <a:pt x="9324" y="552"/>
                    <a:pt x="9324" y="351"/>
                  </a:cubicBezTo>
                  <a:cubicBezTo>
                    <a:pt x="9324" y="151"/>
                    <a:pt x="9149" y="0"/>
                    <a:pt x="89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32"/>
            <p:cNvSpPr/>
            <p:nvPr/>
          </p:nvSpPr>
          <p:spPr>
            <a:xfrm>
              <a:off x="7714050" y="3769906"/>
              <a:ext cx="497849" cy="41757"/>
            </a:xfrm>
            <a:custGeom>
              <a:rect b="b" l="l" r="r" t="t"/>
              <a:pathLst>
                <a:path extrusionOk="0" h="452" w="5389">
                  <a:moveTo>
                    <a:pt x="0" y="1"/>
                  </a:moveTo>
                  <a:lnTo>
                    <a:pt x="0" y="452"/>
                  </a:lnTo>
                  <a:lnTo>
                    <a:pt x="5389" y="452"/>
                  </a:lnTo>
                  <a:lnTo>
                    <a:pt x="5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32"/>
            <p:cNvSpPr/>
            <p:nvPr/>
          </p:nvSpPr>
          <p:spPr>
            <a:xfrm>
              <a:off x="7709523" y="2337052"/>
              <a:ext cx="613512" cy="601225"/>
            </a:xfrm>
            <a:custGeom>
              <a:rect b="b" l="l" r="r" t="t"/>
              <a:pathLst>
                <a:path extrusionOk="0" h="6508" w="6641">
                  <a:moveTo>
                    <a:pt x="3518" y="1"/>
                  </a:moveTo>
                  <a:cubicBezTo>
                    <a:pt x="2751" y="1"/>
                    <a:pt x="1501" y="656"/>
                    <a:pt x="1578" y="2328"/>
                  </a:cubicBezTo>
                  <a:cubicBezTo>
                    <a:pt x="1603" y="3430"/>
                    <a:pt x="1102" y="3481"/>
                    <a:pt x="701" y="4007"/>
                  </a:cubicBezTo>
                  <a:cubicBezTo>
                    <a:pt x="1" y="4966"/>
                    <a:pt x="697" y="6508"/>
                    <a:pt x="2162" y="6508"/>
                  </a:cubicBezTo>
                  <a:cubicBezTo>
                    <a:pt x="2688" y="6508"/>
                    <a:pt x="3314" y="6308"/>
                    <a:pt x="4009" y="5811"/>
                  </a:cubicBezTo>
                  <a:cubicBezTo>
                    <a:pt x="6641" y="3932"/>
                    <a:pt x="5363" y="3882"/>
                    <a:pt x="5438" y="2854"/>
                  </a:cubicBezTo>
                  <a:cubicBezTo>
                    <a:pt x="5438" y="2854"/>
                    <a:pt x="4862" y="2453"/>
                    <a:pt x="4561" y="1826"/>
                  </a:cubicBezTo>
                  <a:cubicBezTo>
                    <a:pt x="4310" y="1275"/>
                    <a:pt x="4335" y="498"/>
                    <a:pt x="4034" y="172"/>
                  </a:cubicBezTo>
                  <a:cubicBezTo>
                    <a:pt x="3941" y="61"/>
                    <a:pt x="3752" y="1"/>
                    <a:pt x="3518" y="1"/>
                  </a:cubicBezTo>
                  <a:close/>
                </a:path>
              </a:pathLst>
            </a:custGeom>
            <a:solidFill>
              <a:srgbClr val="171B34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32"/>
            <p:cNvSpPr/>
            <p:nvPr/>
          </p:nvSpPr>
          <p:spPr>
            <a:xfrm>
              <a:off x="7777702" y="2482555"/>
              <a:ext cx="325464" cy="427454"/>
            </a:xfrm>
            <a:custGeom>
              <a:rect b="b" l="l" r="r" t="t"/>
              <a:pathLst>
                <a:path extrusionOk="0" h="4627" w="3523">
                  <a:moveTo>
                    <a:pt x="2712" y="1"/>
                  </a:moveTo>
                  <a:cubicBezTo>
                    <a:pt x="2605" y="1"/>
                    <a:pt x="1392" y="24"/>
                    <a:pt x="1392" y="1053"/>
                  </a:cubicBezTo>
                  <a:cubicBezTo>
                    <a:pt x="1392" y="1855"/>
                    <a:pt x="966" y="1480"/>
                    <a:pt x="565" y="2081"/>
                  </a:cubicBezTo>
                  <a:cubicBezTo>
                    <a:pt x="0" y="3004"/>
                    <a:pt x="183" y="4627"/>
                    <a:pt x="960" y="4627"/>
                  </a:cubicBezTo>
                  <a:cubicBezTo>
                    <a:pt x="1322" y="4627"/>
                    <a:pt x="1814" y="4274"/>
                    <a:pt x="2419" y="3334"/>
                  </a:cubicBezTo>
                  <a:cubicBezTo>
                    <a:pt x="3447" y="1755"/>
                    <a:pt x="3522" y="1655"/>
                    <a:pt x="3472" y="1053"/>
                  </a:cubicBezTo>
                  <a:lnTo>
                    <a:pt x="2720" y="1"/>
                  </a:lnTo>
                  <a:cubicBezTo>
                    <a:pt x="2720" y="1"/>
                    <a:pt x="2717" y="1"/>
                    <a:pt x="2712" y="1"/>
                  </a:cubicBezTo>
                  <a:close/>
                </a:path>
              </a:pathLst>
            </a:custGeom>
            <a:solidFill>
              <a:srgbClr val="1D1939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32"/>
            <p:cNvSpPr/>
            <p:nvPr/>
          </p:nvSpPr>
          <p:spPr>
            <a:xfrm>
              <a:off x="7742781" y="2648936"/>
              <a:ext cx="353363" cy="416553"/>
            </a:xfrm>
            <a:custGeom>
              <a:rect b="b" l="l" r="r" t="t"/>
              <a:pathLst>
                <a:path extrusionOk="0" h="4509" w="3825">
                  <a:moveTo>
                    <a:pt x="311" y="0"/>
                  </a:moveTo>
                  <a:cubicBezTo>
                    <a:pt x="200" y="0"/>
                    <a:pt x="1" y="284"/>
                    <a:pt x="266" y="2160"/>
                  </a:cubicBezTo>
                  <a:cubicBezTo>
                    <a:pt x="592" y="4215"/>
                    <a:pt x="1243" y="4390"/>
                    <a:pt x="1469" y="4466"/>
                  </a:cubicBezTo>
                  <a:cubicBezTo>
                    <a:pt x="1564" y="4496"/>
                    <a:pt x="1667" y="4509"/>
                    <a:pt x="1774" y="4509"/>
                  </a:cubicBezTo>
                  <a:cubicBezTo>
                    <a:pt x="2651" y="4509"/>
                    <a:pt x="3825" y="3613"/>
                    <a:pt x="3825" y="3613"/>
                  </a:cubicBezTo>
                  <a:lnTo>
                    <a:pt x="2872" y="2410"/>
                  </a:lnTo>
                  <a:cubicBezTo>
                    <a:pt x="2872" y="2410"/>
                    <a:pt x="2171" y="2912"/>
                    <a:pt x="1870" y="3062"/>
                  </a:cubicBezTo>
                  <a:lnTo>
                    <a:pt x="2121" y="2435"/>
                  </a:lnTo>
                  <a:lnTo>
                    <a:pt x="2271" y="1132"/>
                  </a:lnTo>
                  <a:lnTo>
                    <a:pt x="1344" y="1257"/>
                  </a:lnTo>
                  <a:cubicBezTo>
                    <a:pt x="1344" y="1257"/>
                    <a:pt x="1519" y="2711"/>
                    <a:pt x="1218" y="2736"/>
                  </a:cubicBezTo>
                  <a:cubicBezTo>
                    <a:pt x="1211" y="2737"/>
                    <a:pt x="1204" y="2738"/>
                    <a:pt x="1197" y="2738"/>
                  </a:cubicBezTo>
                  <a:cubicBezTo>
                    <a:pt x="808" y="2738"/>
                    <a:pt x="568" y="1401"/>
                    <a:pt x="642" y="1007"/>
                  </a:cubicBezTo>
                  <a:cubicBezTo>
                    <a:pt x="767" y="405"/>
                    <a:pt x="441" y="105"/>
                    <a:pt x="366" y="29"/>
                  </a:cubicBezTo>
                  <a:cubicBezTo>
                    <a:pt x="357" y="15"/>
                    <a:pt x="336" y="0"/>
                    <a:pt x="311" y="0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32"/>
            <p:cNvSpPr/>
            <p:nvPr/>
          </p:nvSpPr>
          <p:spPr>
            <a:xfrm>
              <a:off x="7354219" y="3093111"/>
              <a:ext cx="310313" cy="483530"/>
            </a:xfrm>
            <a:custGeom>
              <a:rect b="b" l="l" r="r" t="t"/>
              <a:pathLst>
                <a:path extrusionOk="0" h="5234" w="3359">
                  <a:moveTo>
                    <a:pt x="2815" y="1"/>
                  </a:moveTo>
                  <a:cubicBezTo>
                    <a:pt x="2618" y="1"/>
                    <a:pt x="2353" y="264"/>
                    <a:pt x="2041" y="911"/>
                  </a:cubicBezTo>
                  <a:cubicBezTo>
                    <a:pt x="1013" y="3041"/>
                    <a:pt x="1665" y="4369"/>
                    <a:pt x="562" y="4795"/>
                  </a:cubicBezTo>
                  <a:cubicBezTo>
                    <a:pt x="437" y="4846"/>
                    <a:pt x="86" y="4795"/>
                    <a:pt x="36" y="4896"/>
                  </a:cubicBezTo>
                  <a:cubicBezTo>
                    <a:pt x="1" y="4984"/>
                    <a:pt x="375" y="5234"/>
                    <a:pt x="758" y="5234"/>
                  </a:cubicBezTo>
                  <a:cubicBezTo>
                    <a:pt x="918" y="5234"/>
                    <a:pt x="1080" y="5190"/>
                    <a:pt x="1214" y="5071"/>
                  </a:cubicBezTo>
                  <a:cubicBezTo>
                    <a:pt x="1214" y="5071"/>
                    <a:pt x="2166" y="4269"/>
                    <a:pt x="2818" y="2715"/>
                  </a:cubicBezTo>
                  <a:cubicBezTo>
                    <a:pt x="3359" y="1388"/>
                    <a:pt x="3268" y="1"/>
                    <a:pt x="2815" y="1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32"/>
            <p:cNvSpPr/>
            <p:nvPr/>
          </p:nvSpPr>
          <p:spPr>
            <a:xfrm>
              <a:off x="7410757" y="2943821"/>
              <a:ext cx="847517" cy="576929"/>
            </a:xfrm>
            <a:custGeom>
              <a:rect b="b" l="l" r="r" t="t"/>
              <a:pathLst>
                <a:path extrusionOk="0" h="6245" w="9174">
                  <a:moveTo>
                    <a:pt x="5398" y="1"/>
                  </a:moveTo>
                  <a:cubicBezTo>
                    <a:pt x="4453" y="1"/>
                    <a:pt x="3312" y="297"/>
                    <a:pt x="2231" y="1148"/>
                  </a:cubicBezTo>
                  <a:cubicBezTo>
                    <a:pt x="0" y="2928"/>
                    <a:pt x="401" y="5935"/>
                    <a:pt x="401" y="5935"/>
                  </a:cubicBezTo>
                  <a:cubicBezTo>
                    <a:pt x="655" y="6189"/>
                    <a:pt x="901" y="6244"/>
                    <a:pt x="1067" y="6244"/>
                  </a:cubicBezTo>
                  <a:cubicBezTo>
                    <a:pt x="1197" y="6244"/>
                    <a:pt x="1278" y="6211"/>
                    <a:pt x="1278" y="6211"/>
                  </a:cubicBezTo>
                  <a:cubicBezTo>
                    <a:pt x="2481" y="4306"/>
                    <a:pt x="2281" y="3554"/>
                    <a:pt x="2807" y="3053"/>
                  </a:cubicBezTo>
                  <a:cubicBezTo>
                    <a:pt x="2901" y="2959"/>
                    <a:pt x="3084" y="2925"/>
                    <a:pt x="3329" y="2925"/>
                  </a:cubicBezTo>
                  <a:cubicBezTo>
                    <a:pt x="3977" y="2925"/>
                    <a:pt x="5056" y="3163"/>
                    <a:pt x="6051" y="3163"/>
                  </a:cubicBezTo>
                  <a:cubicBezTo>
                    <a:pt x="6789" y="3163"/>
                    <a:pt x="7482" y="3033"/>
                    <a:pt x="7920" y="2577"/>
                  </a:cubicBezTo>
                  <a:cubicBezTo>
                    <a:pt x="9173" y="1248"/>
                    <a:pt x="7444" y="697"/>
                    <a:pt x="7444" y="697"/>
                  </a:cubicBezTo>
                  <a:cubicBezTo>
                    <a:pt x="7186" y="336"/>
                    <a:pt x="6402" y="1"/>
                    <a:pt x="53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32"/>
            <p:cNvSpPr/>
            <p:nvPr/>
          </p:nvSpPr>
          <p:spPr>
            <a:xfrm>
              <a:off x="7642269" y="3210806"/>
              <a:ext cx="179037" cy="509120"/>
            </a:xfrm>
            <a:custGeom>
              <a:rect b="b" l="l" r="r" t="t"/>
              <a:pathLst>
                <a:path extrusionOk="0" h="5511" w="1938">
                  <a:moveTo>
                    <a:pt x="1071" y="0"/>
                  </a:moveTo>
                  <a:cubicBezTo>
                    <a:pt x="863" y="0"/>
                    <a:pt x="671" y="315"/>
                    <a:pt x="577" y="1090"/>
                  </a:cubicBezTo>
                  <a:cubicBezTo>
                    <a:pt x="301" y="3371"/>
                    <a:pt x="1329" y="4374"/>
                    <a:pt x="427" y="5125"/>
                  </a:cubicBezTo>
                  <a:cubicBezTo>
                    <a:pt x="326" y="5201"/>
                    <a:pt x="1" y="5276"/>
                    <a:pt x="1" y="5376"/>
                  </a:cubicBezTo>
                  <a:cubicBezTo>
                    <a:pt x="1" y="5437"/>
                    <a:pt x="199" y="5511"/>
                    <a:pt x="437" y="5511"/>
                  </a:cubicBezTo>
                  <a:cubicBezTo>
                    <a:pt x="685" y="5511"/>
                    <a:pt x="975" y="5431"/>
                    <a:pt x="1128" y="5176"/>
                  </a:cubicBezTo>
                  <a:cubicBezTo>
                    <a:pt x="1128" y="5176"/>
                    <a:pt x="1755" y="4123"/>
                    <a:pt x="1855" y="2494"/>
                  </a:cubicBezTo>
                  <a:cubicBezTo>
                    <a:pt x="1938" y="1187"/>
                    <a:pt x="1475" y="0"/>
                    <a:pt x="1071" y="0"/>
                  </a:cubicBezTo>
                  <a:close/>
                </a:path>
              </a:pathLst>
            </a:custGeom>
            <a:solidFill>
              <a:srgbClr val="F35D8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32"/>
            <p:cNvSpPr/>
            <p:nvPr/>
          </p:nvSpPr>
          <p:spPr>
            <a:xfrm>
              <a:off x="7605223" y="2945853"/>
              <a:ext cx="687788" cy="694254"/>
            </a:xfrm>
            <a:custGeom>
              <a:rect b="b" l="l" r="r" t="t"/>
              <a:pathLst>
                <a:path extrusionOk="0" h="7515" w="7445">
                  <a:moveTo>
                    <a:pt x="5634" y="0"/>
                  </a:moveTo>
                  <a:cubicBezTo>
                    <a:pt x="4459" y="0"/>
                    <a:pt x="2302" y="939"/>
                    <a:pt x="928" y="2956"/>
                  </a:cubicBezTo>
                  <a:cubicBezTo>
                    <a:pt x="1" y="4334"/>
                    <a:pt x="1028" y="7392"/>
                    <a:pt x="1028" y="7392"/>
                  </a:cubicBezTo>
                  <a:cubicBezTo>
                    <a:pt x="1204" y="7484"/>
                    <a:pt x="1373" y="7514"/>
                    <a:pt x="1522" y="7514"/>
                  </a:cubicBezTo>
                  <a:cubicBezTo>
                    <a:pt x="1819" y="7514"/>
                    <a:pt x="2031" y="7392"/>
                    <a:pt x="2031" y="7392"/>
                  </a:cubicBezTo>
                  <a:cubicBezTo>
                    <a:pt x="2607" y="5287"/>
                    <a:pt x="2181" y="4660"/>
                    <a:pt x="2532" y="4033"/>
                  </a:cubicBezTo>
                  <a:cubicBezTo>
                    <a:pt x="2883" y="3407"/>
                    <a:pt x="5890" y="3883"/>
                    <a:pt x="6692" y="2304"/>
                  </a:cubicBezTo>
                  <a:cubicBezTo>
                    <a:pt x="7444" y="851"/>
                    <a:pt x="6517" y="199"/>
                    <a:pt x="6041" y="48"/>
                  </a:cubicBezTo>
                  <a:cubicBezTo>
                    <a:pt x="5925" y="17"/>
                    <a:pt x="5787" y="0"/>
                    <a:pt x="56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32"/>
            <p:cNvSpPr/>
            <p:nvPr/>
          </p:nvSpPr>
          <p:spPr>
            <a:xfrm>
              <a:off x="7642269" y="3210806"/>
              <a:ext cx="179037" cy="509120"/>
            </a:xfrm>
            <a:custGeom>
              <a:rect b="b" l="l" r="r" t="t"/>
              <a:pathLst>
                <a:path extrusionOk="0" h="5511" w="1938">
                  <a:moveTo>
                    <a:pt x="1071" y="0"/>
                  </a:moveTo>
                  <a:cubicBezTo>
                    <a:pt x="863" y="0"/>
                    <a:pt x="671" y="315"/>
                    <a:pt x="577" y="1090"/>
                  </a:cubicBezTo>
                  <a:cubicBezTo>
                    <a:pt x="301" y="3371"/>
                    <a:pt x="1329" y="4374"/>
                    <a:pt x="427" y="5125"/>
                  </a:cubicBezTo>
                  <a:cubicBezTo>
                    <a:pt x="326" y="5201"/>
                    <a:pt x="1" y="5276"/>
                    <a:pt x="1" y="5376"/>
                  </a:cubicBezTo>
                  <a:cubicBezTo>
                    <a:pt x="1" y="5437"/>
                    <a:pt x="199" y="5511"/>
                    <a:pt x="437" y="5511"/>
                  </a:cubicBezTo>
                  <a:cubicBezTo>
                    <a:pt x="685" y="5511"/>
                    <a:pt x="975" y="5431"/>
                    <a:pt x="1128" y="5176"/>
                  </a:cubicBezTo>
                  <a:cubicBezTo>
                    <a:pt x="1128" y="5176"/>
                    <a:pt x="1755" y="4123"/>
                    <a:pt x="1855" y="2494"/>
                  </a:cubicBezTo>
                  <a:cubicBezTo>
                    <a:pt x="1938" y="1187"/>
                    <a:pt x="1475" y="0"/>
                    <a:pt x="1071" y="0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32"/>
            <p:cNvSpPr/>
            <p:nvPr/>
          </p:nvSpPr>
          <p:spPr>
            <a:xfrm>
              <a:off x="7605223" y="3136346"/>
              <a:ext cx="257100" cy="503762"/>
            </a:xfrm>
            <a:custGeom>
              <a:rect b="b" l="l" r="r" t="t"/>
              <a:pathLst>
                <a:path extrusionOk="0" h="5453" w="2783">
                  <a:moveTo>
                    <a:pt x="1986" y="0"/>
                  </a:moveTo>
                  <a:cubicBezTo>
                    <a:pt x="1721" y="0"/>
                    <a:pt x="1371" y="243"/>
                    <a:pt x="928" y="894"/>
                  </a:cubicBezTo>
                  <a:cubicBezTo>
                    <a:pt x="1" y="2272"/>
                    <a:pt x="1028" y="5330"/>
                    <a:pt x="1028" y="5330"/>
                  </a:cubicBezTo>
                  <a:cubicBezTo>
                    <a:pt x="1204" y="5422"/>
                    <a:pt x="1373" y="5452"/>
                    <a:pt x="1522" y="5452"/>
                  </a:cubicBezTo>
                  <a:cubicBezTo>
                    <a:pt x="1819" y="5452"/>
                    <a:pt x="2031" y="5330"/>
                    <a:pt x="2031" y="5330"/>
                  </a:cubicBezTo>
                  <a:cubicBezTo>
                    <a:pt x="2607" y="3225"/>
                    <a:pt x="2181" y="2598"/>
                    <a:pt x="2532" y="1971"/>
                  </a:cubicBezTo>
                  <a:cubicBezTo>
                    <a:pt x="2783" y="1524"/>
                    <a:pt x="2649" y="0"/>
                    <a:pt x="19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32"/>
            <p:cNvSpPr/>
            <p:nvPr/>
          </p:nvSpPr>
          <p:spPr>
            <a:xfrm>
              <a:off x="7711741" y="3038236"/>
              <a:ext cx="345049" cy="602149"/>
            </a:xfrm>
            <a:custGeom>
              <a:rect b="b" l="l" r="r" t="t"/>
              <a:pathLst>
                <a:path extrusionOk="0" h="6518" w="3735">
                  <a:moveTo>
                    <a:pt x="3710" y="1"/>
                  </a:moveTo>
                  <a:cubicBezTo>
                    <a:pt x="3685" y="1"/>
                    <a:pt x="777" y="678"/>
                    <a:pt x="276" y="2658"/>
                  </a:cubicBezTo>
                  <a:cubicBezTo>
                    <a:pt x="276" y="2683"/>
                    <a:pt x="0" y="3760"/>
                    <a:pt x="226" y="6517"/>
                  </a:cubicBezTo>
                  <a:lnTo>
                    <a:pt x="301" y="6492"/>
                  </a:lnTo>
                  <a:cubicBezTo>
                    <a:pt x="51" y="3760"/>
                    <a:pt x="326" y="2683"/>
                    <a:pt x="351" y="2683"/>
                  </a:cubicBezTo>
                  <a:cubicBezTo>
                    <a:pt x="827" y="728"/>
                    <a:pt x="3710" y="76"/>
                    <a:pt x="3735" y="51"/>
                  </a:cubicBezTo>
                  <a:lnTo>
                    <a:pt x="37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32"/>
            <p:cNvSpPr/>
            <p:nvPr/>
          </p:nvSpPr>
          <p:spPr>
            <a:xfrm>
              <a:off x="7829806" y="2335389"/>
              <a:ext cx="453136" cy="417292"/>
            </a:xfrm>
            <a:custGeom>
              <a:rect b="b" l="l" r="r" t="t"/>
              <a:pathLst>
                <a:path extrusionOk="0" h="4517" w="4905">
                  <a:moveTo>
                    <a:pt x="2212" y="0"/>
                  </a:moveTo>
                  <a:cubicBezTo>
                    <a:pt x="1755" y="0"/>
                    <a:pt x="1340" y="262"/>
                    <a:pt x="1154" y="491"/>
                  </a:cubicBezTo>
                  <a:cubicBezTo>
                    <a:pt x="527" y="1318"/>
                    <a:pt x="1" y="1844"/>
                    <a:pt x="1204" y="4025"/>
                  </a:cubicBezTo>
                  <a:cubicBezTo>
                    <a:pt x="1399" y="4371"/>
                    <a:pt x="1753" y="4517"/>
                    <a:pt x="2150" y="4517"/>
                  </a:cubicBezTo>
                  <a:cubicBezTo>
                    <a:pt x="3333" y="4517"/>
                    <a:pt x="4905" y="3227"/>
                    <a:pt x="3835" y="2120"/>
                  </a:cubicBezTo>
                  <a:cubicBezTo>
                    <a:pt x="3359" y="1619"/>
                    <a:pt x="3710" y="1193"/>
                    <a:pt x="3234" y="566"/>
                  </a:cubicBezTo>
                  <a:cubicBezTo>
                    <a:pt x="2922" y="147"/>
                    <a:pt x="2555" y="0"/>
                    <a:pt x="2212" y="0"/>
                  </a:cubicBezTo>
                  <a:close/>
                </a:path>
              </a:pathLst>
            </a:custGeom>
            <a:solidFill>
              <a:srgbClr val="171B34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32"/>
            <p:cNvSpPr/>
            <p:nvPr/>
          </p:nvSpPr>
          <p:spPr>
            <a:xfrm>
              <a:off x="7852994" y="2597571"/>
              <a:ext cx="233912" cy="233451"/>
            </a:xfrm>
            <a:custGeom>
              <a:rect b="b" l="l" r="r" t="t"/>
              <a:pathLst>
                <a:path extrusionOk="0" h="2527" w="2532">
                  <a:moveTo>
                    <a:pt x="1524" y="0"/>
                  </a:moveTo>
                  <a:cubicBezTo>
                    <a:pt x="542" y="0"/>
                    <a:pt x="0" y="1864"/>
                    <a:pt x="0" y="1864"/>
                  </a:cubicBezTo>
                  <a:cubicBezTo>
                    <a:pt x="419" y="2447"/>
                    <a:pt x="1117" y="2526"/>
                    <a:pt x="1466" y="2526"/>
                  </a:cubicBezTo>
                  <a:cubicBezTo>
                    <a:pt x="1597" y="2526"/>
                    <a:pt x="1679" y="2515"/>
                    <a:pt x="1679" y="2515"/>
                  </a:cubicBezTo>
                  <a:cubicBezTo>
                    <a:pt x="1679" y="2515"/>
                    <a:pt x="1980" y="2039"/>
                    <a:pt x="2206" y="1463"/>
                  </a:cubicBezTo>
                  <a:cubicBezTo>
                    <a:pt x="2532" y="560"/>
                    <a:pt x="2030" y="109"/>
                    <a:pt x="1755" y="34"/>
                  </a:cubicBezTo>
                  <a:cubicBezTo>
                    <a:pt x="1675" y="11"/>
                    <a:pt x="1599" y="0"/>
                    <a:pt x="15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32"/>
            <p:cNvSpPr/>
            <p:nvPr/>
          </p:nvSpPr>
          <p:spPr>
            <a:xfrm>
              <a:off x="7868329" y="2568008"/>
              <a:ext cx="422373" cy="492306"/>
            </a:xfrm>
            <a:custGeom>
              <a:rect b="b" l="l" r="r" t="t"/>
              <a:pathLst>
                <a:path extrusionOk="0" h="5329" w="4572">
                  <a:moveTo>
                    <a:pt x="2077" y="1"/>
                  </a:moveTo>
                  <a:cubicBezTo>
                    <a:pt x="1472" y="1"/>
                    <a:pt x="805" y="220"/>
                    <a:pt x="536" y="1081"/>
                  </a:cubicBezTo>
                  <a:cubicBezTo>
                    <a:pt x="260" y="1933"/>
                    <a:pt x="361" y="2961"/>
                    <a:pt x="135" y="3988"/>
                  </a:cubicBezTo>
                  <a:cubicBezTo>
                    <a:pt x="1" y="4692"/>
                    <a:pt x="2007" y="5329"/>
                    <a:pt x="3216" y="5329"/>
                  </a:cubicBezTo>
                  <a:cubicBezTo>
                    <a:pt x="3816" y="5329"/>
                    <a:pt x="4219" y="5172"/>
                    <a:pt x="4070" y="4790"/>
                  </a:cubicBezTo>
                  <a:lnTo>
                    <a:pt x="4070" y="4715"/>
                  </a:lnTo>
                  <a:cubicBezTo>
                    <a:pt x="3819" y="3662"/>
                    <a:pt x="3644" y="2986"/>
                    <a:pt x="4020" y="1958"/>
                  </a:cubicBezTo>
                  <a:cubicBezTo>
                    <a:pt x="4571" y="479"/>
                    <a:pt x="3443" y="254"/>
                    <a:pt x="2742" y="78"/>
                  </a:cubicBezTo>
                  <a:cubicBezTo>
                    <a:pt x="2549" y="36"/>
                    <a:pt x="2318" y="1"/>
                    <a:pt x="20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32"/>
            <p:cNvSpPr/>
            <p:nvPr/>
          </p:nvSpPr>
          <p:spPr>
            <a:xfrm>
              <a:off x="7982607" y="2473316"/>
              <a:ext cx="133770" cy="174788"/>
            </a:xfrm>
            <a:custGeom>
              <a:rect b="b" l="l" r="r" t="t"/>
              <a:pathLst>
                <a:path extrusionOk="0" h="1892" w="1448">
                  <a:moveTo>
                    <a:pt x="778" y="1"/>
                  </a:moveTo>
                  <a:lnTo>
                    <a:pt x="1" y="803"/>
                  </a:lnTo>
                  <a:cubicBezTo>
                    <a:pt x="377" y="1153"/>
                    <a:pt x="251" y="1454"/>
                    <a:pt x="327" y="1830"/>
                  </a:cubicBezTo>
                  <a:cubicBezTo>
                    <a:pt x="337" y="1873"/>
                    <a:pt x="368" y="1891"/>
                    <a:pt x="412" y="1891"/>
                  </a:cubicBezTo>
                  <a:cubicBezTo>
                    <a:pt x="680" y="1891"/>
                    <a:pt x="1448" y="1204"/>
                    <a:pt x="1254" y="1053"/>
                  </a:cubicBezTo>
                  <a:cubicBezTo>
                    <a:pt x="903" y="803"/>
                    <a:pt x="778" y="1"/>
                    <a:pt x="778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32"/>
            <p:cNvSpPr/>
            <p:nvPr/>
          </p:nvSpPr>
          <p:spPr>
            <a:xfrm>
              <a:off x="7908516" y="2371973"/>
              <a:ext cx="187629" cy="240472"/>
            </a:xfrm>
            <a:custGeom>
              <a:rect b="b" l="l" r="r" t="t"/>
              <a:pathLst>
                <a:path extrusionOk="0" h="2603" w="2031">
                  <a:moveTo>
                    <a:pt x="932" y="1"/>
                  </a:moveTo>
                  <a:cubicBezTo>
                    <a:pt x="731" y="1"/>
                    <a:pt x="519" y="85"/>
                    <a:pt x="402" y="346"/>
                  </a:cubicBezTo>
                  <a:cubicBezTo>
                    <a:pt x="201" y="772"/>
                    <a:pt x="1" y="2576"/>
                    <a:pt x="853" y="2601"/>
                  </a:cubicBezTo>
                  <a:cubicBezTo>
                    <a:pt x="861" y="2602"/>
                    <a:pt x="869" y="2602"/>
                    <a:pt x="878" y="2602"/>
                  </a:cubicBezTo>
                  <a:cubicBezTo>
                    <a:pt x="1254" y="2602"/>
                    <a:pt x="1809" y="2059"/>
                    <a:pt x="1956" y="1348"/>
                  </a:cubicBezTo>
                  <a:cubicBezTo>
                    <a:pt x="2031" y="1047"/>
                    <a:pt x="1805" y="521"/>
                    <a:pt x="1379" y="145"/>
                  </a:cubicBezTo>
                  <a:cubicBezTo>
                    <a:pt x="1295" y="73"/>
                    <a:pt x="1118" y="1"/>
                    <a:pt x="932" y="1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32"/>
            <p:cNvSpPr/>
            <p:nvPr/>
          </p:nvSpPr>
          <p:spPr>
            <a:xfrm>
              <a:off x="7910825" y="2355067"/>
              <a:ext cx="213126" cy="190400"/>
            </a:xfrm>
            <a:custGeom>
              <a:rect b="b" l="l" r="r" t="t"/>
              <a:pathLst>
                <a:path extrusionOk="0" h="2061" w="2307">
                  <a:moveTo>
                    <a:pt x="1190" y="1"/>
                  </a:moveTo>
                  <a:cubicBezTo>
                    <a:pt x="624" y="1"/>
                    <a:pt x="0" y="467"/>
                    <a:pt x="126" y="1205"/>
                  </a:cubicBezTo>
                  <a:cubicBezTo>
                    <a:pt x="129" y="1228"/>
                    <a:pt x="135" y="1237"/>
                    <a:pt x="144" y="1237"/>
                  </a:cubicBezTo>
                  <a:cubicBezTo>
                    <a:pt x="202" y="1237"/>
                    <a:pt x="376" y="855"/>
                    <a:pt x="557" y="855"/>
                  </a:cubicBezTo>
                  <a:cubicBezTo>
                    <a:pt x="606" y="855"/>
                    <a:pt x="655" y="883"/>
                    <a:pt x="703" y="955"/>
                  </a:cubicBezTo>
                  <a:cubicBezTo>
                    <a:pt x="953" y="1356"/>
                    <a:pt x="1454" y="1180"/>
                    <a:pt x="1755" y="1932"/>
                  </a:cubicBezTo>
                  <a:cubicBezTo>
                    <a:pt x="1794" y="2023"/>
                    <a:pt x="1833" y="2061"/>
                    <a:pt x="1871" y="2061"/>
                  </a:cubicBezTo>
                  <a:cubicBezTo>
                    <a:pt x="2053" y="2061"/>
                    <a:pt x="2211" y="1192"/>
                    <a:pt x="2231" y="1130"/>
                  </a:cubicBezTo>
                  <a:cubicBezTo>
                    <a:pt x="2307" y="754"/>
                    <a:pt x="2307" y="754"/>
                    <a:pt x="1780" y="228"/>
                  </a:cubicBezTo>
                  <a:cubicBezTo>
                    <a:pt x="1625" y="73"/>
                    <a:pt x="1412" y="1"/>
                    <a:pt x="1190" y="1"/>
                  </a:cubicBezTo>
                  <a:close/>
                </a:path>
              </a:pathLst>
            </a:custGeom>
            <a:solidFill>
              <a:srgbClr val="171B34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32"/>
            <p:cNvSpPr/>
            <p:nvPr/>
          </p:nvSpPr>
          <p:spPr>
            <a:xfrm>
              <a:off x="7829806" y="2648658"/>
              <a:ext cx="449256" cy="449256"/>
            </a:xfrm>
            <a:custGeom>
              <a:rect b="b" l="l" r="r" t="t"/>
              <a:pathLst>
                <a:path extrusionOk="0" h="4863" w="4863">
                  <a:moveTo>
                    <a:pt x="3920" y="1"/>
                  </a:moveTo>
                  <a:cubicBezTo>
                    <a:pt x="3802" y="1"/>
                    <a:pt x="3551" y="56"/>
                    <a:pt x="3384" y="484"/>
                  </a:cubicBezTo>
                  <a:cubicBezTo>
                    <a:pt x="3108" y="1135"/>
                    <a:pt x="3509" y="2789"/>
                    <a:pt x="2883" y="3541"/>
                  </a:cubicBezTo>
                  <a:cubicBezTo>
                    <a:pt x="2409" y="4129"/>
                    <a:pt x="1907" y="4200"/>
                    <a:pt x="1495" y="4200"/>
                  </a:cubicBezTo>
                  <a:cubicBezTo>
                    <a:pt x="1362" y="4200"/>
                    <a:pt x="1238" y="4193"/>
                    <a:pt x="1128" y="4193"/>
                  </a:cubicBezTo>
                  <a:cubicBezTo>
                    <a:pt x="701" y="4169"/>
                    <a:pt x="544" y="3965"/>
                    <a:pt x="294" y="3965"/>
                  </a:cubicBezTo>
                  <a:cubicBezTo>
                    <a:pt x="280" y="3965"/>
                    <a:pt x="266" y="3966"/>
                    <a:pt x="251" y="3967"/>
                  </a:cubicBezTo>
                  <a:cubicBezTo>
                    <a:pt x="1" y="3992"/>
                    <a:pt x="26" y="4293"/>
                    <a:pt x="727" y="4494"/>
                  </a:cubicBezTo>
                  <a:cubicBezTo>
                    <a:pt x="954" y="4558"/>
                    <a:pt x="1711" y="4862"/>
                    <a:pt x="2469" y="4862"/>
                  </a:cubicBezTo>
                  <a:cubicBezTo>
                    <a:pt x="2887" y="4862"/>
                    <a:pt x="3305" y="4770"/>
                    <a:pt x="3635" y="4494"/>
                  </a:cubicBezTo>
                  <a:cubicBezTo>
                    <a:pt x="4838" y="3491"/>
                    <a:pt x="4863" y="183"/>
                    <a:pt x="3986" y="7"/>
                  </a:cubicBezTo>
                  <a:cubicBezTo>
                    <a:pt x="3986" y="7"/>
                    <a:pt x="3961" y="1"/>
                    <a:pt x="3920" y="1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32"/>
            <p:cNvSpPr/>
            <p:nvPr/>
          </p:nvSpPr>
          <p:spPr>
            <a:xfrm>
              <a:off x="8077576" y="2611613"/>
              <a:ext cx="199177" cy="232527"/>
            </a:xfrm>
            <a:custGeom>
              <a:rect b="b" l="l" r="r" t="t"/>
              <a:pathLst>
                <a:path extrusionOk="0" h="2517" w="2156">
                  <a:moveTo>
                    <a:pt x="1193" y="0"/>
                  </a:moveTo>
                  <a:cubicBezTo>
                    <a:pt x="1161" y="0"/>
                    <a:pt x="1131" y="3"/>
                    <a:pt x="1103" y="7"/>
                  </a:cubicBezTo>
                  <a:cubicBezTo>
                    <a:pt x="0" y="208"/>
                    <a:pt x="351" y="2338"/>
                    <a:pt x="351" y="2338"/>
                  </a:cubicBezTo>
                  <a:cubicBezTo>
                    <a:pt x="579" y="2469"/>
                    <a:pt x="812" y="2517"/>
                    <a:pt x="1031" y="2517"/>
                  </a:cubicBezTo>
                  <a:cubicBezTo>
                    <a:pt x="1607" y="2517"/>
                    <a:pt x="2081" y="2188"/>
                    <a:pt x="2081" y="2188"/>
                  </a:cubicBezTo>
                  <a:cubicBezTo>
                    <a:pt x="2081" y="2188"/>
                    <a:pt x="2156" y="1661"/>
                    <a:pt x="2106" y="1085"/>
                  </a:cubicBezTo>
                  <a:cubicBezTo>
                    <a:pt x="2015" y="243"/>
                    <a:pt x="1510" y="0"/>
                    <a:pt x="11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32"/>
            <p:cNvSpPr/>
            <p:nvPr/>
          </p:nvSpPr>
          <p:spPr>
            <a:xfrm>
              <a:off x="6878170" y="2947978"/>
              <a:ext cx="1644039" cy="55614"/>
            </a:xfrm>
            <a:custGeom>
              <a:rect b="b" l="l" r="r" t="t"/>
              <a:pathLst>
                <a:path extrusionOk="0" h="602" w="17796">
                  <a:moveTo>
                    <a:pt x="1" y="0"/>
                  </a:moveTo>
                  <a:lnTo>
                    <a:pt x="1" y="602"/>
                  </a:lnTo>
                  <a:lnTo>
                    <a:pt x="17795" y="602"/>
                  </a:lnTo>
                  <a:lnTo>
                    <a:pt x="177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32"/>
            <p:cNvSpPr/>
            <p:nvPr/>
          </p:nvSpPr>
          <p:spPr>
            <a:xfrm>
              <a:off x="6834196" y="2952597"/>
              <a:ext cx="296455" cy="845207"/>
            </a:xfrm>
            <a:custGeom>
              <a:rect b="b" l="l" r="r" t="t"/>
              <a:pathLst>
                <a:path extrusionOk="0" h="9149" w="3209">
                  <a:moveTo>
                    <a:pt x="2532" y="1"/>
                  </a:moveTo>
                  <a:lnTo>
                    <a:pt x="1" y="9148"/>
                  </a:lnTo>
                  <a:lnTo>
                    <a:pt x="677" y="9148"/>
                  </a:lnTo>
                  <a:lnTo>
                    <a:pt x="3209" y="151"/>
                  </a:lnTo>
                  <a:lnTo>
                    <a:pt x="253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32"/>
            <p:cNvSpPr/>
            <p:nvPr/>
          </p:nvSpPr>
          <p:spPr>
            <a:xfrm>
              <a:off x="8260494" y="2952597"/>
              <a:ext cx="289527" cy="845207"/>
            </a:xfrm>
            <a:custGeom>
              <a:rect b="b" l="l" r="r" t="t"/>
              <a:pathLst>
                <a:path extrusionOk="0" h="9149" w="3134">
                  <a:moveTo>
                    <a:pt x="677" y="1"/>
                  </a:moveTo>
                  <a:lnTo>
                    <a:pt x="0" y="151"/>
                  </a:lnTo>
                  <a:lnTo>
                    <a:pt x="2406" y="9148"/>
                  </a:lnTo>
                  <a:lnTo>
                    <a:pt x="3133" y="9148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32"/>
            <p:cNvSpPr/>
            <p:nvPr/>
          </p:nvSpPr>
          <p:spPr>
            <a:xfrm>
              <a:off x="7014805" y="2387678"/>
              <a:ext cx="703955" cy="465423"/>
            </a:xfrm>
            <a:custGeom>
              <a:rect b="b" l="l" r="r" t="t"/>
              <a:pathLst>
                <a:path extrusionOk="0" h="5038" w="7620">
                  <a:moveTo>
                    <a:pt x="351" y="0"/>
                  </a:moveTo>
                  <a:cubicBezTo>
                    <a:pt x="151" y="0"/>
                    <a:pt x="1" y="151"/>
                    <a:pt x="1" y="351"/>
                  </a:cubicBezTo>
                  <a:lnTo>
                    <a:pt x="1" y="4712"/>
                  </a:lnTo>
                  <a:cubicBezTo>
                    <a:pt x="1" y="4887"/>
                    <a:pt x="151" y="5038"/>
                    <a:pt x="351" y="5038"/>
                  </a:cubicBezTo>
                  <a:lnTo>
                    <a:pt x="7269" y="5038"/>
                  </a:lnTo>
                  <a:cubicBezTo>
                    <a:pt x="7469" y="5038"/>
                    <a:pt x="7620" y="4887"/>
                    <a:pt x="7620" y="4712"/>
                  </a:cubicBezTo>
                  <a:lnTo>
                    <a:pt x="7620" y="351"/>
                  </a:lnTo>
                  <a:cubicBezTo>
                    <a:pt x="7620" y="151"/>
                    <a:pt x="7469" y="0"/>
                    <a:pt x="7269" y="0"/>
                  </a:cubicBezTo>
                  <a:close/>
                </a:path>
              </a:pathLst>
            </a:custGeom>
            <a:solidFill>
              <a:srgbClr val="FDEDC7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32"/>
            <p:cNvSpPr/>
            <p:nvPr/>
          </p:nvSpPr>
          <p:spPr>
            <a:xfrm>
              <a:off x="7267194" y="2778918"/>
              <a:ext cx="201486" cy="173771"/>
            </a:xfrm>
            <a:custGeom>
              <a:rect b="b" l="l" r="r" t="t"/>
              <a:pathLst>
                <a:path extrusionOk="0" h="1881" w="2181">
                  <a:moveTo>
                    <a:pt x="126" y="1"/>
                  </a:moveTo>
                  <a:lnTo>
                    <a:pt x="0" y="1881"/>
                  </a:lnTo>
                  <a:lnTo>
                    <a:pt x="2181" y="1881"/>
                  </a:lnTo>
                  <a:lnTo>
                    <a:pt x="19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32"/>
            <p:cNvSpPr/>
            <p:nvPr/>
          </p:nvSpPr>
          <p:spPr>
            <a:xfrm>
              <a:off x="7014805" y="2387678"/>
              <a:ext cx="703955" cy="465423"/>
            </a:xfrm>
            <a:custGeom>
              <a:rect b="b" l="l" r="r" t="t"/>
              <a:pathLst>
                <a:path extrusionOk="0" h="5038" w="7620">
                  <a:moveTo>
                    <a:pt x="351" y="0"/>
                  </a:moveTo>
                  <a:cubicBezTo>
                    <a:pt x="151" y="0"/>
                    <a:pt x="1" y="151"/>
                    <a:pt x="1" y="351"/>
                  </a:cubicBezTo>
                  <a:lnTo>
                    <a:pt x="1" y="4712"/>
                  </a:lnTo>
                  <a:cubicBezTo>
                    <a:pt x="1" y="4887"/>
                    <a:pt x="151" y="5038"/>
                    <a:pt x="351" y="5038"/>
                  </a:cubicBezTo>
                  <a:lnTo>
                    <a:pt x="7269" y="5038"/>
                  </a:lnTo>
                  <a:cubicBezTo>
                    <a:pt x="7469" y="5038"/>
                    <a:pt x="7620" y="4887"/>
                    <a:pt x="7620" y="4712"/>
                  </a:cubicBezTo>
                  <a:lnTo>
                    <a:pt x="7620" y="351"/>
                  </a:lnTo>
                  <a:cubicBezTo>
                    <a:pt x="7620" y="151"/>
                    <a:pt x="7469" y="0"/>
                    <a:pt x="7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32"/>
            <p:cNvSpPr/>
            <p:nvPr/>
          </p:nvSpPr>
          <p:spPr>
            <a:xfrm>
              <a:off x="7014805" y="2776608"/>
              <a:ext cx="703955" cy="76493"/>
            </a:xfrm>
            <a:custGeom>
              <a:rect b="b" l="l" r="r" t="t"/>
              <a:pathLst>
                <a:path extrusionOk="0" h="828" w="7620">
                  <a:moveTo>
                    <a:pt x="1" y="1"/>
                  </a:moveTo>
                  <a:lnTo>
                    <a:pt x="1" y="502"/>
                  </a:lnTo>
                  <a:cubicBezTo>
                    <a:pt x="1" y="677"/>
                    <a:pt x="151" y="828"/>
                    <a:pt x="351" y="828"/>
                  </a:cubicBezTo>
                  <a:lnTo>
                    <a:pt x="7269" y="828"/>
                  </a:lnTo>
                  <a:cubicBezTo>
                    <a:pt x="7469" y="828"/>
                    <a:pt x="7620" y="677"/>
                    <a:pt x="7620" y="502"/>
                  </a:cubicBezTo>
                  <a:lnTo>
                    <a:pt x="76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32"/>
            <p:cNvSpPr/>
            <p:nvPr/>
          </p:nvSpPr>
          <p:spPr>
            <a:xfrm>
              <a:off x="7169915" y="2927099"/>
              <a:ext cx="386806" cy="25590"/>
            </a:xfrm>
            <a:custGeom>
              <a:rect b="b" l="l" r="r" t="t"/>
              <a:pathLst>
                <a:path extrusionOk="0" h="277" w="4187">
                  <a:moveTo>
                    <a:pt x="1" y="1"/>
                  </a:moveTo>
                  <a:lnTo>
                    <a:pt x="1" y="277"/>
                  </a:lnTo>
                  <a:lnTo>
                    <a:pt x="4186" y="277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8650" lIns="128650" spcFirstLastPara="1" rIns="128650" wrap="square" tIns="128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33"/>
          <p:cNvSpPr txBox="1"/>
          <p:nvPr>
            <p:ph type="title"/>
          </p:nvPr>
        </p:nvSpPr>
        <p:spPr>
          <a:xfrm>
            <a:off x="3196350" y="145425"/>
            <a:ext cx="27513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ru" sz="2600"/>
              <a:t>Причины потерь</a:t>
            </a:r>
            <a:endParaRPr/>
          </a:p>
        </p:txBody>
      </p:sp>
      <p:sp>
        <p:nvSpPr>
          <p:cNvPr id="1607" name="Google Shape;1607;p33"/>
          <p:cNvSpPr/>
          <p:nvPr/>
        </p:nvSpPr>
        <p:spPr>
          <a:xfrm>
            <a:off x="366450" y="845625"/>
            <a:ext cx="8411100" cy="3945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Проблема контакта видна в причинах потерь. Анализируем только лидов, которые не стали студентами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608" name="Google Shape;160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75" y="1358575"/>
            <a:ext cx="6245876" cy="319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9" name="Google Shape;1609;p33"/>
          <p:cNvSpPr/>
          <p:nvPr/>
        </p:nvSpPr>
        <p:spPr>
          <a:xfrm>
            <a:off x="6573300" y="1443200"/>
            <a:ext cx="1882800" cy="9696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37.77%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Нет контакта /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проблема связи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10" name="Google Shape;1610;p33"/>
          <p:cNvSpPr/>
          <p:nvPr/>
        </p:nvSpPr>
        <p:spPr>
          <a:xfrm>
            <a:off x="6573300" y="2693525"/>
            <a:ext cx="1882800" cy="969600"/>
          </a:xfrm>
          <a:prstGeom prst="roundRect">
            <a:avLst>
              <a:gd fmla="val 16667" name="adj"/>
            </a:avLst>
          </a:prstGeom>
          <a:solidFill>
            <a:srgbClr val="F4C5B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24.91%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Причина потери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не указана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11" name="Google Shape;1611;p33"/>
          <p:cNvSpPr/>
          <p:nvPr/>
        </p:nvSpPr>
        <p:spPr>
          <a:xfrm>
            <a:off x="896400" y="4675400"/>
            <a:ext cx="7351200" cy="30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Крупнейшая понятная группа потерь: клиент не отвечает, перестает отвечать или указан некорректный номер.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34"/>
          <p:cNvSpPr txBox="1"/>
          <p:nvPr>
            <p:ph type="title"/>
          </p:nvPr>
        </p:nvSpPr>
        <p:spPr>
          <a:xfrm>
            <a:off x="1521300" y="145425"/>
            <a:ext cx="610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ru" sz="3400"/>
              <a:t>Звонки и успешный контакт</a:t>
            </a:r>
            <a:r>
              <a:rPr lang="ru"/>
              <a:t> </a:t>
            </a:r>
            <a:endParaRPr/>
          </a:p>
        </p:txBody>
      </p:sp>
      <p:sp>
        <p:nvSpPr>
          <p:cNvPr id="1617" name="Google Shape;1617;p34"/>
          <p:cNvSpPr/>
          <p:nvPr/>
        </p:nvSpPr>
        <p:spPr>
          <a:xfrm>
            <a:off x="1014750" y="1071125"/>
            <a:ext cx="70920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Контакт с лидом — операционный слой между заявкой и покупкой</a:t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18" name="Google Shape;1618;p34"/>
          <p:cNvSpPr/>
          <p:nvPr/>
        </p:nvSpPr>
        <p:spPr>
          <a:xfrm>
            <a:off x="1165200" y="2137525"/>
            <a:ext cx="6791100" cy="1040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19" name="Google Shape;1619;p34"/>
          <p:cNvSpPr/>
          <p:nvPr/>
        </p:nvSpPr>
        <p:spPr>
          <a:xfrm>
            <a:off x="1289400" y="2301025"/>
            <a:ext cx="2036700" cy="711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37.86%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неуспешных звонков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среди всех звонков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20" name="Google Shape;1620;p34"/>
          <p:cNvSpPr/>
          <p:nvPr/>
        </p:nvSpPr>
        <p:spPr>
          <a:xfrm>
            <a:off x="3542400" y="2301025"/>
            <a:ext cx="2036700" cy="711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20.35%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лидов без хотя бы одного успешного контакта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21" name="Google Shape;1621;p34"/>
          <p:cNvSpPr/>
          <p:nvPr/>
        </p:nvSpPr>
        <p:spPr>
          <a:xfrm>
            <a:off x="5795400" y="2301025"/>
            <a:ext cx="2036700" cy="733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37.77%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потерь: нет контакта /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проблема связи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22" name="Google Shape;1622;p34"/>
          <p:cNvSpPr/>
          <p:nvPr/>
        </p:nvSpPr>
        <p:spPr>
          <a:xfrm>
            <a:off x="1014750" y="3648375"/>
            <a:ext cx="6404100" cy="918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23" name="Google Shape;1623;p34"/>
          <p:cNvSpPr/>
          <p:nvPr/>
        </p:nvSpPr>
        <p:spPr>
          <a:xfrm>
            <a:off x="1138950" y="3811875"/>
            <a:ext cx="822900" cy="5727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Лид</a:t>
            </a:r>
            <a:endParaRPr b="0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24" name="Google Shape;1624;p34"/>
          <p:cNvSpPr/>
          <p:nvPr/>
        </p:nvSpPr>
        <p:spPr>
          <a:xfrm>
            <a:off x="2721388" y="3811875"/>
            <a:ext cx="8229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Звонок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25" name="Google Shape;1625;p34"/>
          <p:cNvSpPr/>
          <p:nvPr/>
        </p:nvSpPr>
        <p:spPr>
          <a:xfrm>
            <a:off x="4303813" y="3811875"/>
            <a:ext cx="12951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Успешный контакт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26" name="Google Shape;1626;p34"/>
          <p:cNvSpPr/>
          <p:nvPr/>
        </p:nvSpPr>
        <p:spPr>
          <a:xfrm>
            <a:off x="6358450" y="3811875"/>
            <a:ext cx="935700" cy="5727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Студент</a:t>
            </a:r>
            <a:endParaRPr b="1" i="0" sz="14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627" name="Google Shape;1627;p34"/>
          <p:cNvCxnSpPr>
            <a:stCxn id="1623" idx="3"/>
            <a:endCxn id="1624" idx="1"/>
          </p:cNvCxnSpPr>
          <p:nvPr/>
        </p:nvCxnSpPr>
        <p:spPr>
          <a:xfrm>
            <a:off x="1961850" y="4098225"/>
            <a:ext cx="75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8" name="Google Shape;1628;p34"/>
          <p:cNvCxnSpPr>
            <a:stCxn id="1624" idx="3"/>
            <a:endCxn id="1625" idx="1"/>
          </p:cNvCxnSpPr>
          <p:nvPr/>
        </p:nvCxnSpPr>
        <p:spPr>
          <a:xfrm>
            <a:off x="3544288" y="4098225"/>
            <a:ext cx="75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9" name="Google Shape;1629;p34"/>
          <p:cNvCxnSpPr>
            <a:stCxn id="1625" idx="3"/>
            <a:endCxn id="1626" idx="1"/>
          </p:cNvCxnSpPr>
          <p:nvPr/>
        </p:nvCxnSpPr>
        <p:spPr>
          <a:xfrm>
            <a:off x="5598913" y="4098225"/>
            <a:ext cx="75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0" name="Google Shape;1630;p34"/>
          <p:cNvSpPr txBox="1"/>
          <p:nvPr/>
        </p:nvSpPr>
        <p:spPr>
          <a:xfrm>
            <a:off x="3959875" y="4335125"/>
            <a:ext cx="1983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Операционная метрика A/B-теста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5" name="Google Shape;1635;p35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6" name="Google Shape;1636;p35"/>
          <p:cNvCxnSpPr/>
          <p:nvPr/>
        </p:nvCxnSpPr>
        <p:spPr>
          <a:xfrm>
            <a:off x="457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7" name="Google Shape;1637;p35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8" name="Google Shape;1638;p35"/>
          <p:cNvCxnSpPr/>
          <p:nvPr/>
        </p:nvCxnSpPr>
        <p:spPr>
          <a:xfrm>
            <a:off x="1371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9" name="Google Shape;1639;p35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0" name="Google Shape;1640;p35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1" name="Google Shape;1641;p35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2" name="Google Shape;1642;p35"/>
          <p:cNvCxnSpPr/>
          <p:nvPr/>
        </p:nvCxnSpPr>
        <p:spPr>
          <a:xfrm>
            <a:off x="3200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3" name="Google Shape;1643;p35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4" name="Google Shape;1644;p35"/>
          <p:cNvCxnSpPr/>
          <p:nvPr/>
        </p:nvCxnSpPr>
        <p:spPr>
          <a:xfrm>
            <a:off x="4114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5" name="Google Shape;1645;p35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6" name="Google Shape;1646;p35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7" name="Google Shape;1647;p35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8" name="Google Shape;1648;p35"/>
          <p:cNvCxnSpPr/>
          <p:nvPr/>
        </p:nvCxnSpPr>
        <p:spPr>
          <a:xfrm>
            <a:off x="5943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9" name="Google Shape;1649;p35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0" name="Google Shape;1650;p35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1" name="Google Shape;1651;p35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2" name="Google Shape;1652;p35"/>
          <p:cNvCxnSpPr/>
          <p:nvPr/>
        </p:nvCxnSpPr>
        <p:spPr>
          <a:xfrm>
            <a:off x="7772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3" name="Google Shape;1653;p35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4" name="Google Shape;1654;p35"/>
          <p:cNvCxnSpPr/>
          <p:nvPr/>
        </p:nvCxnSpPr>
        <p:spPr>
          <a:xfrm>
            <a:off x="8686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5" name="Google Shape;1655;p35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6" name="Google Shape;1656;p35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7" name="Google Shape;1657;p35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8" name="Google Shape;1658;p35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9" name="Google Shape;1659;p35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0" name="Google Shape;1660;p35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1" name="Google Shape;1661;p35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2" name="Google Shape;1662;p35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3" name="Google Shape;1663;p35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4" name="Google Shape;1664;p35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5" name="Google Shape;1665;p35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6" name="Google Shape;1666;p35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7" name="Google Shape;1667;p35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8" name="Google Shape;1668;p35"/>
          <p:cNvSpPr/>
          <p:nvPr/>
        </p:nvSpPr>
        <p:spPr>
          <a:xfrm>
            <a:off x="0" y="171451"/>
            <a:ext cx="12573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p35"/>
          <p:cNvSpPr/>
          <p:nvPr/>
        </p:nvSpPr>
        <p:spPr>
          <a:xfrm>
            <a:off x="0" y="342901"/>
            <a:ext cx="6858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0" name="Google Shape;1670;p35"/>
          <p:cNvSpPr/>
          <p:nvPr/>
        </p:nvSpPr>
        <p:spPr>
          <a:xfrm>
            <a:off x="8572500" y="4648200"/>
            <a:ext cx="361950" cy="361950"/>
          </a:xfrm>
          <a:prstGeom prst="ellipse">
            <a:avLst/>
          </a:prstGeom>
          <a:solidFill>
            <a:srgbClr val="305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1" name="Google Shape;1671;p35"/>
          <p:cNvSpPr/>
          <p:nvPr/>
        </p:nvSpPr>
        <p:spPr>
          <a:xfrm>
            <a:off x="8667750" y="4743450"/>
            <a:ext cx="171450" cy="171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35"/>
          <p:cNvSpPr txBox="1"/>
          <p:nvPr/>
        </p:nvSpPr>
        <p:spPr>
          <a:xfrm>
            <a:off x="986500" y="124068"/>
            <a:ext cx="7772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ru" sz="23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Две воронки: путь клиента и структура CRM-стадий</a:t>
            </a:r>
            <a:endParaRPr b="1" i="0" sz="23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35"/>
          <p:cNvSpPr txBox="1"/>
          <p:nvPr/>
        </p:nvSpPr>
        <p:spPr>
          <a:xfrm>
            <a:off x="666750" y="675150"/>
            <a:ext cx="333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Маркетингово-продажная воронка</a:t>
            </a:r>
            <a:endParaRPr b="1" i="0" sz="15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p35"/>
          <p:cNvSpPr txBox="1"/>
          <p:nvPr/>
        </p:nvSpPr>
        <p:spPr>
          <a:xfrm>
            <a:off x="5143500" y="694550"/>
            <a:ext cx="333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Распределение сделок по </a:t>
            </a:r>
            <a:r>
              <a:rPr b="1" i="0" lang="ru" sz="1500" u="none" cap="none" strike="noStrike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CRM-</a:t>
            </a:r>
            <a:r>
              <a:rPr b="1" i="0" lang="ru" sz="15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стадиям</a:t>
            </a:r>
            <a:endParaRPr b="1" i="0" sz="15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35"/>
          <p:cNvSpPr/>
          <p:nvPr/>
        </p:nvSpPr>
        <p:spPr>
          <a:xfrm>
            <a:off x="914400" y="1281375"/>
            <a:ext cx="2857500" cy="4953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Клики</a:t>
            </a:r>
            <a:br>
              <a:rPr b="1" i="0" lang="ru" sz="15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ru" sz="15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498 455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35"/>
          <p:cNvSpPr/>
          <p:nvPr/>
        </p:nvSpPr>
        <p:spPr>
          <a:xfrm>
            <a:off x="1285875" y="1933575"/>
            <a:ext cx="2095500" cy="4953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5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Лиды</a:t>
            </a:r>
            <a:br>
              <a:rPr b="1" i="0" lang="ru" sz="15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ru" sz="15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19 824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35"/>
          <p:cNvSpPr/>
          <p:nvPr/>
        </p:nvSpPr>
        <p:spPr>
          <a:xfrm>
            <a:off x="1657350" y="2593175"/>
            <a:ext cx="1333500" cy="495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Студенты</a:t>
            </a:r>
            <a:br>
              <a:rPr b="1" i="0" lang="ru" sz="15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ru" sz="15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840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35"/>
          <p:cNvSpPr txBox="1"/>
          <p:nvPr/>
        </p:nvSpPr>
        <p:spPr>
          <a:xfrm>
            <a:off x="523875" y="3252774"/>
            <a:ext cx="36195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Путь от рекламного контакта до фактического студента</a:t>
            </a:r>
            <a:endParaRPr b="0" i="0" sz="11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35"/>
          <p:cNvSpPr txBox="1"/>
          <p:nvPr/>
        </p:nvSpPr>
        <p:spPr>
          <a:xfrm>
            <a:off x="5019675" y="1397973"/>
            <a:ext cx="3333750" cy="292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Lost</a:t>
            </a:r>
            <a:endParaRPr b="1" i="0" sz="13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0" name="Google Shape;1680;p35"/>
          <p:cNvSpPr txBox="1"/>
          <p:nvPr/>
        </p:nvSpPr>
        <p:spPr>
          <a:xfrm>
            <a:off x="5019675" y="1397973"/>
            <a:ext cx="3333750" cy="292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Active Sales</a:t>
            </a:r>
            <a:endParaRPr b="1" i="0" sz="13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p35"/>
          <p:cNvSpPr txBox="1"/>
          <p:nvPr/>
        </p:nvSpPr>
        <p:spPr>
          <a:xfrm>
            <a:off x="5019675" y="1397973"/>
            <a:ext cx="3333750" cy="292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Marketing / Lead</a:t>
            </a:r>
            <a:endParaRPr b="1" i="0" sz="13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2" name="Google Shape;1682;p35"/>
          <p:cNvSpPr txBox="1"/>
          <p:nvPr/>
        </p:nvSpPr>
        <p:spPr>
          <a:xfrm>
            <a:off x="5019675" y="1397973"/>
            <a:ext cx="3333750" cy="292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Won / Student</a:t>
            </a:r>
            <a:endParaRPr b="1" i="0" sz="13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3" name="Google Shape;1683;p35"/>
          <p:cNvSpPr/>
          <p:nvPr/>
        </p:nvSpPr>
        <p:spPr>
          <a:xfrm>
            <a:off x="5095875" y="1352551"/>
            <a:ext cx="3333750" cy="409575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4" name="Google Shape;1684;p35"/>
          <p:cNvSpPr txBox="1"/>
          <p:nvPr/>
        </p:nvSpPr>
        <p:spPr>
          <a:xfrm>
            <a:off x="5238750" y="1396850"/>
            <a:ext cx="3048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Lost</a:t>
            </a:r>
            <a:endParaRPr b="1" i="0" sz="13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35"/>
          <p:cNvSpPr/>
          <p:nvPr/>
        </p:nvSpPr>
        <p:spPr>
          <a:xfrm>
            <a:off x="5095875" y="1857376"/>
            <a:ext cx="3333750" cy="409575"/>
          </a:xfrm>
          <a:prstGeom prst="roundRect">
            <a:avLst>
              <a:gd fmla="val 16667" name="adj"/>
            </a:avLst>
          </a:prstGeom>
          <a:solidFill>
            <a:srgbClr val="D3E1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6" name="Google Shape;1686;p35"/>
          <p:cNvSpPr txBox="1"/>
          <p:nvPr/>
        </p:nvSpPr>
        <p:spPr>
          <a:xfrm>
            <a:off x="5238750" y="1901681"/>
            <a:ext cx="3048000" cy="292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Active Sales</a:t>
            </a:r>
            <a:endParaRPr b="1" i="0" sz="13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7" name="Google Shape;1687;p35"/>
          <p:cNvSpPr/>
          <p:nvPr/>
        </p:nvSpPr>
        <p:spPr>
          <a:xfrm>
            <a:off x="5095875" y="2362201"/>
            <a:ext cx="3333750" cy="409575"/>
          </a:xfrm>
          <a:prstGeom prst="roundRect">
            <a:avLst>
              <a:gd fmla="val 16667" name="adj"/>
            </a:avLst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8" name="Google Shape;1688;p35"/>
          <p:cNvSpPr txBox="1"/>
          <p:nvPr/>
        </p:nvSpPr>
        <p:spPr>
          <a:xfrm>
            <a:off x="5238750" y="2406506"/>
            <a:ext cx="3048000" cy="292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Marketing / Lead</a:t>
            </a:r>
            <a:endParaRPr b="1" i="0" sz="13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p35"/>
          <p:cNvSpPr/>
          <p:nvPr/>
        </p:nvSpPr>
        <p:spPr>
          <a:xfrm>
            <a:off x="5095875" y="2867026"/>
            <a:ext cx="3333750" cy="409575"/>
          </a:xfrm>
          <a:prstGeom prst="roundRect">
            <a:avLst>
              <a:gd fmla="val 16667" name="adj"/>
            </a:avLst>
          </a:prstGeom>
          <a:solidFill>
            <a:srgbClr val="D0E6BE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0" name="Google Shape;1690;p35"/>
          <p:cNvSpPr txBox="1"/>
          <p:nvPr/>
        </p:nvSpPr>
        <p:spPr>
          <a:xfrm>
            <a:off x="5238750" y="2911331"/>
            <a:ext cx="3048000" cy="292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Won / Student</a:t>
            </a:r>
            <a:endParaRPr b="1" i="0" sz="13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35"/>
          <p:cNvSpPr txBox="1"/>
          <p:nvPr/>
        </p:nvSpPr>
        <p:spPr>
          <a:xfrm>
            <a:off x="4953000" y="3424224"/>
            <a:ext cx="36195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" sz="11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Это не последовательная воронка, а структура текущих и финальных CRM-статусов.</a:t>
            </a:r>
            <a:endParaRPr b="0" i="0" sz="11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2" name="Google Shape;1692;p35"/>
          <p:cNvSpPr/>
          <p:nvPr/>
        </p:nvSpPr>
        <p:spPr>
          <a:xfrm>
            <a:off x="1524000" y="4191001"/>
            <a:ext cx="6096000" cy="428625"/>
          </a:xfrm>
          <a:prstGeom prst="roundRect">
            <a:avLst>
              <a:gd fmla="val 16667" name="adj"/>
            </a:avLst>
          </a:prstGeom>
          <a:solidFill>
            <a:srgbClr val="D0E6BE"/>
          </a:solidFill>
          <a:ln cap="flat" cmpd="sng" w="15225">
            <a:solidFill>
              <a:srgbClr val="6AA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Большая доля Lost объясняет необходимость отдельного анализа причин потерь.</a:t>
            </a:r>
            <a:endParaRPr b="1" i="0" sz="13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97" name="Google Shape;1697;p36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8" name="Google Shape;1698;p36"/>
          <p:cNvCxnSpPr/>
          <p:nvPr/>
        </p:nvCxnSpPr>
        <p:spPr>
          <a:xfrm>
            <a:off x="457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9" name="Google Shape;1699;p36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0" name="Google Shape;1700;p36"/>
          <p:cNvCxnSpPr/>
          <p:nvPr/>
        </p:nvCxnSpPr>
        <p:spPr>
          <a:xfrm>
            <a:off x="1371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1" name="Google Shape;1701;p36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2" name="Google Shape;1702;p36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3" name="Google Shape;1703;p36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4" name="Google Shape;1704;p36"/>
          <p:cNvCxnSpPr/>
          <p:nvPr/>
        </p:nvCxnSpPr>
        <p:spPr>
          <a:xfrm>
            <a:off x="3200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5" name="Google Shape;1705;p36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6" name="Google Shape;1706;p36"/>
          <p:cNvCxnSpPr/>
          <p:nvPr/>
        </p:nvCxnSpPr>
        <p:spPr>
          <a:xfrm>
            <a:off x="4114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7" name="Google Shape;1707;p36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8" name="Google Shape;1708;p36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9" name="Google Shape;1709;p36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0" name="Google Shape;1710;p36"/>
          <p:cNvCxnSpPr/>
          <p:nvPr/>
        </p:nvCxnSpPr>
        <p:spPr>
          <a:xfrm>
            <a:off x="5943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1" name="Google Shape;1711;p36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2" name="Google Shape;1712;p36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3" name="Google Shape;1713;p36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4" name="Google Shape;1714;p36"/>
          <p:cNvCxnSpPr/>
          <p:nvPr/>
        </p:nvCxnSpPr>
        <p:spPr>
          <a:xfrm>
            <a:off x="7772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5" name="Google Shape;1715;p36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6" name="Google Shape;1716;p36"/>
          <p:cNvCxnSpPr/>
          <p:nvPr/>
        </p:nvCxnSpPr>
        <p:spPr>
          <a:xfrm>
            <a:off x="8667750" y="-46525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7" name="Google Shape;1717;p36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8" name="Google Shape;1718;p36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9" name="Google Shape;1719;p36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0" name="Google Shape;1720;p36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1" name="Google Shape;1721;p36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2" name="Google Shape;1722;p36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3" name="Google Shape;1723;p36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4" name="Google Shape;1724;p36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5" name="Google Shape;1725;p36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6" name="Google Shape;1726;p36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7" name="Google Shape;1727;p36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8" name="Google Shape;1728;p36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9" name="Google Shape;1729;p36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0" name="Google Shape;1730;p36"/>
          <p:cNvSpPr/>
          <p:nvPr/>
        </p:nvSpPr>
        <p:spPr>
          <a:xfrm>
            <a:off x="0" y="171451"/>
            <a:ext cx="12573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p36"/>
          <p:cNvSpPr/>
          <p:nvPr/>
        </p:nvSpPr>
        <p:spPr>
          <a:xfrm>
            <a:off x="0" y="342901"/>
            <a:ext cx="6858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p36"/>
          <p:cNvSpPr/>
          <p:nvPr/>
        </p:nvSpPr>
        <p:spPr>
          <a:xfrm>
            <a:off x="8572500" y="4648200"/>
            <a:ext cx="361950" cy="361950"/>
          </a:xfrm>
          <a:prstGeom prst="ellipse">
            <a:avLst/>
          </a:prstGeom>
          <a:solidFill>
            <a:srgbClr val="305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p36"/>
          <p:cNvSpPr/>
          <p:nvPr/>
        </p:nvSpPr>
        <p:spPr>
          <a:xfrm>
            <a:off x="8667750" y="4743450"/>
            <a:ext cx="171450" cy="171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p36"/>
          <p:cNvSpPr txBox="1"/>
          <p:nvPr/>
        </p:nvSpPr>
        <p:spPr>
          <a:xfrm>
            <a:off x="1028700" y="72444"/>
            <a:ext cx="7772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ru" sz="22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Деньги и выручка: учитываем только реальных студентов</a:t>
            </a:r>
            <a:endParaRPr b="1" i="0" sz="22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5" name="Google Shape;173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1000125"/>
            <a:ext cx="485775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6" name="Google Shape;1736;p36"/>
          <p:cNvSpPr/>
          <p:nvPr/>
        </p:nvSpPr>
        <p:spPr>
          <a:xfrm>
            <a:off x="5905500" y="1095376"/>
            <a:ext cx="2381250" cy="809625"/>
          </a:xfrm>
          <a:prstGeom prst="roundRect">
            <a:avLst>
              <a:gd fmla="val 16667" name="adj"/>
            </a:avLst>
          </a:prstGeom>
          <a:solidFill>
            <a:srgbClr val="D3E1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Revenue</a:t>
            </a:r>
            <a:endParaRPr b="1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" sz="1200" u="none" cap="none" strike="noStrike">
                <a:solidFill>
                  <a:srgbClr val="010000"/>
                </a:solidFill>
                <a:latin typeface="Arial"/>
                <a:ea typeface="Arial"/>
                <a:cs typeface="Arial"/>
                <a:sym typeface="Arial"/>
              </a:rPr>
              <a:t>3.58 млн </a:t>
            </a:r>
            <a:r>
              <a:rPr b="1" i="0" lang="ru" sz="1200" u="none" cap="none" strike="noStrike">
                <a:solidFill>
                  <a:srgbClr val="01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EUR</a:t>
            </a:r>
            <a:endParaRPr b="1" i="0" sz="1200" u="none" cap="none" strike="noStrike">
              <a:solidFill>
                <a:srgbClr val="01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справедливая выручка</a:t>
            </a:r>
            <a:endParaRPr b="1" i="0" sz="1200" u="none" cap="none" strike="noStrike">
              <a:solidFill>
                <a:srgbClr val="01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737" name="Google Shape;1737;p36"/>
          <p:cNvSpPr/>
          <p:nvPr/>
        </p:nvSpPr>
        <p:spPr>
          <a:xfrm>
            <a:off x="5905500" y="2047876"/>
            <a:ext cx="2381250" cy="809625"/>
          </a:xfrm>
          <a:prstGeom prst="roundRect">
            <a:avLst>
              <a:gd fmla="val 16667" name="adj"/>
            </a:avLst>
          </a:prstGeom>
          <a:solidFill>
            <a:srgbClr val="D0E6BE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AOV</a:t>
            </a:r>
            <a:endParaRPr b="1" i="0" sz="12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" sz="1200" u="none" cap="none" strike="noStrike">
                <a:solidFill>
                  <a:srgbClr val="01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783 EUR</a:t>
            </a:r>
            <a:endParaRPr b="1" i="0" sz="1200" u="none" cap="none" strike="noStrike">
              <a:solidFill>
                <a:srgbClr val="01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средний месячный чек</a:t>
            </a:r>
            <a:endParaRPr b="1" i="0" sz="1200" u="none" cap="none" strike="noStrike">
              <a:solidFill>
                <a:srgbClr val="01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738" name="Google Shape;1738;p36"/>
          <p:cNvSpPr/>
          <p:nvPr/>
        </p:nvSpPr>
        <p:spPr>
          <a:xfrm>
            <a:off x="5905500" y="3000376"/>
            <a:ext cx="2381250" cy="809625"/>
          </a:xfrm>
          <a:prstGeom prst="roundRect">
            <a:avLst>
              <a:gd fmla="val 16667" name="adj"/>
            </a:avLst>
          </a:prstGeom>
          <a:solidFill>
            <a:srgbClr val="F8DEC4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Правило расчета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" sz="1200" u="none" cap="none" strike="noStrike">
                <a:solidFill>
                  <a:srgbClr val="01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is_student = True</a:t>
            </a:r>
            <a:endParaRPr b="1" i="0" sz="1200" u="none" cap="none" strike="noStrike">
              <a:solidFill>
                <a:srgbClr val="01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деньги без обучения не считаем выручкой</a:t>
            </a:r>
            <a:endParaRPr b="1" i="0" sz="1200" u="none" cap="none" strike="noStrike">
              <a:solidFill>
                <a:srgbClr val="01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739" name="Google Shape;1739;p36"/>
          <p:cNvSpPr/>
          <p:nvPr/>
        </p:nvSpPr>
        <p:spPr>
          <a:xfrm>
            <a:off x="857250" y="4095750"/>
            <a:ext cx="7334250" cy="400050"/>
          </a:xfrm>
          <a:prstGeom prst="roundRect">
            <a:avLst>
              <a:gd fmla="val 16667" name="adj"/>
            </a:avLst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Выручка по месяцам помогает видеть периоды роста, просадок и возможную сезонность.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4" name="Google Shape;1744;p37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5" name="Google Shape;1745;p37"/>
          <p:cNvCxnSpPr/>
          <p:nvPr/>
        </p:nvCxnSpPr>
        <p:spPr>
          <a:xfrm>
            <a:off x="457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6" name="Google Shape;1746;p37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7" name="Google Shape;1747;p37"/>
          <p:cNvCxnSpPr/>
          <p:nvPr/>
        </p:nvCxnSpPr>
        <p:spPr>
          <a:xfrm>
            <a:off x="1371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8" name="Google Shape;1748;p37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9" name="Google Shape;1749;p37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0" name="Google Shape;1750;p37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1" name="Google Shape;1751;p37"/>
          <p:cNvCxnSpPr/>
          <p:nvPr/>
        </p:nvCxnSpPr>
        <p:spPr>
          <a:xfrm>
            <a:off x="3200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2" name="Google Shape;1752;p37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3" name="Google Shape;1753;p37"/>
          <p:cNvCxnSpPr/>
          <p:nvPr/>
        </p:nvCxnSpPr>
        <p:spPr>
          <a:xfrm>
            <a:off x="4114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4" name="Google Shape;1754;p37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5" name="Google Shape;1755;p37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6" name="Google Shape;1756;p37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7" name="Google Shape;1757;p37"/>
          <p:cNvCxnSpPr/>
          <p:nvPr/>
        </p:nvCxnSpPr>
        <p:spPr>
          <a:xfrm>
            <a:off x="5943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8" name="Google Shape;1758;p37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9" name="Google Shape;1759;p37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0" name="Google Shape;1760;p37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1" name="Google Shape;1761;p37"/>
          <p:cNvCxnSpPr/>
          <p:nvPr/>
        </p:nvCxnSpPr>
        <p:spPr>
          <a:xfrm>
            <a:off x="7772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2" name="Google Shape;1762;p37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3" name="Google Shape;1763;p37"/>
          <p:cNvCxnSpPr/>
          <p:nvPr/>
        </p:nvCxnSpPr>
        <p:spPr>
          <a:xfrm>
            <a:off x="8686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4" name="Google Shape;1764;p37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5" name="Google Shape;1765;p37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6" name="Google Shape;1766;p37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7" name="Google Shape;1767;p37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8" name="Google Shape;1768;p37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9" name="Google Shape;1769;p37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0" name="Google Shape;1770;p37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1" name="Google Shape;1771;p37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2" name="Google Shape;1772;p37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3" name="Google Shape;1773;p37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4" name="Google Shape;1774;p37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5" name="Google Shape;1775;p37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6" name="Google Shape;1776;p37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7" name="Google Shape;1777;p37"/>
          <p:cNvSpPr/>
          <p:nvPr/>
        </p:nvSpPr>
        <p:spPr>
          <a:xfrm>
            <a:off x="0" y="171451"/>
            <a:ext cx="12573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8" name="Google Shape;1778;p37"/>
          <p:cNvSpPr/>
          <p:nvPr/>
        </p:nvSpPr>
        <p:spPr>
          <a:xfrm>
            <a:off x="0" y="342901"/>
            <a:ext cx="6858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9" name="Google Shape;1779;p37"/>
          <p:cNvSpPr/>
          <p:nvPr/>
        </p:nvSpPr>
        <p:spPr>
          <a:xfrm>
            <a:off x="8572500" y="4648200"/>
            <a:ext cx="361950" cy="361950"/>
          </a:xfrm>
          <a:prstGeom prst="ellipse">
            <a:avLst/>
          </a:prstGeom>
          <a:solidFill>
            <a:srgbClr val="305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0" name="Google Shape;1780;p37"/>
          <p:cNvSpPr/>
          <p:nvPr/>
        </p:nvSpPr>
        <p:spPr>
          <a:xfrm>
            <a:off x="8667750" y="4743450"/>
            <a:ext cx="171450" cy="171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1" name="Google Shape;1781;p37"/>
          <p:cNvSpPr txBox="1"/>
          <p:nvPr/>
        </p:nvSpPr>
        <p:spPr>
          <a:xfrm>
            <a:off x="7667625" y="4336795"/>
            <a:ext cx="876300" cy="41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" sz="2100" u="none" cap="none" strike="noStrike">
                <a:solidFill>
                  <a:srgbClr val="FFC21F"/>
                </a:solidFill>
                <a:latin typeface="Arial"/>
                <a:ea typeface="Arial"/>
                <a:cs typeface="Arial"/>
                <a:sym typeface="Arial"/>
              </a:rPr>
              <a:t>⌁⌁⌁</a:t>
            </a:r>
            <a:endParaRPr b="1" i="0" sz="2100" u="none" cap="none" strike="noStrike">
              <a:solidFill>
                <a:srgbClr val="FFC2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37"/>
          <p:cNvSpPr txBox="1"/>
          <p:nvPr/>
        </p:nvSpPr>
        <p:spPr>
          <a:xfrm>
            <a:off x="1067200" y="-18050"/>
            <a:ext cx="7086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ru" sz="22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Источники и кампании: объем лидов не равен эффективности</a:t>
            </a:r>
            <a:endParaRPr b="1" i="0" sz="22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3" name="Google Shape;178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00125"/>
            <a:ext cx="514350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4" name="Google Shape;1784;p37"/>
          <p:cNvSpPr txBox="1"/>
          <p:nvPr/>
        </p:nvSpPr>
        <p:spPr>
          <a:xfrm>
            <a:off x="6096000" y="1096835"/>
            <a:ext cx="20955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Что сравнивали</a:t>
            </a:r>
            <a:endParaRPr b="1" i="0" sz="15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5" name="Google Shape;1785;p37"/>
          <p:cNvSpPr txBox="1"/>
          <p:nvPr/>
        </p:nvSpPr>
        <p:spPr>
          <a:xfrm>
            <a:off x="6096000" y="1453293"/>
            <a:ext cx="2190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• объем лидов</a:t>
            </a:r>
            <a:endParaRPr b="0" i="0" sz="12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6" name="Google Shape;1786;p37"/>
          <p:cNvSpPr txBox="1"/>
          <p:nvPr/>
        </p:nvSpPr>
        <p:spPr>
          <a:xfrm>
            <a:off x="6096000" y="1786668"/>
            <a:ext cx="2190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• количество студентов</a:t>
            </a:r>
            <a:endParaRPr b="0" i="0" sz="12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7" name="Google Shape;1787;p37"/>
          <p:cNvSpPr txBox="1"/>
          <p:nvPr/>
        </p:nvSpPr>
        <p:spPr>
          <a:xfrm>
            <a:off x="6096000" y="2120043"/>
            <a:ext cx="2190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• выручку и расходы</a:t>
            </a:r>
            <a:endParaRPr b="0" i="0" sz="12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8" name="Google Shape;1788;p37"/>
          <p:cNvSpPr txBox="1"/>
          <p:nvPr/>
        </p:nvSpPr>
        <p:spPr>
          <a:xfrm>
            <a:off x="6096000" y="2453417"/>
            <a:ext cx="2190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• конверсию, </a:t>
            </a:r>
            <a:r>
              <a:rPr b="0" i="0" lang="ru" sz="1200" u="none" cap="none" strike="noStrike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CAC </a:t>
            </a:r>
            <a:r>
              <a:rPr b="0" i="0" lang="ru" sz="12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и </a:t>
            </a:r>
            <a:r>
              <a:rPr b="0" i="0" lang="ru" sz="1200" u="none" cap="none" strike="noStrike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ROMI</a:t>
            </a:r>
            <a:endParaRPr b="0" i="0" sz="12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9" name="Google Shape;1789;p37"/>
          <p:cNvSpPr/>
          <p:nvPr/>
        </p:nvSpPr>
        <p:spPr>
          <a:xfrm>
            <a:off x="5905500" y="3143250"/>
            <a:ext cx="2571750" cy="762000"/>
          </a:xfrm>
          <a:prstGeom prst="roundRect">
            <a:avLst>
              <a:gd fmla="val 16667" name="adj"/>
            </a:avLst>
          </a:prstGeom>
          <a:solidFill>
            <a:srgbClr val="F8DEC4"/>
          </a:solidFill>
          <a:ln cap="flat" cmpd="sng" w="15225">
            <a:solidFill>
              <a:srgbClr val="F0A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" sz="12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Крупный источник не всегда является самым качественным и окупаемым.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4" name="Google Shape;1794;p38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5" name="Google Shape;1795;p38"/>
          <p:cNvCxnSpPr/>
          <p:nvPr/>
        </p:nvCxnSpPr>
        <p:spPr>
          <a:xfrm>
            <a:off x="457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6" name="Google Shape;1796;p38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7" name="Google Shape;1797;p38"/>
          <p:cNvCxnSpPr/>
          <p:nvPr/>
        </p:nvCxnSpPr>
        <p:spPr>
          <a:xfrm>
            <a:off x="1371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8" name="Google Shape;1798;p38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9" name="Google Shape;1799;p38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0" name="Google Shape;1800;p38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1" name="Google Shape;1801;p38"/>
          <p:cNvCxnSpPr/>
          <p:nvPr/>
        </p:nvCxnSpPr>
        <p:spPr>
          <a:xfrm>
            <a:off x="3200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2" name="Google Shape;1802;p38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3" name="Google Shape;1803;p38"/>
          <p:cNvCxnSpPr/>
          <p:nvPr/>
        </p:nvCxnSpPr>
        <p:spPr>
          <a:xfrm>
            <a:off x="4114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4" name="Google Shape;1804;p38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5" name="Google Shape;1805;p38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6" name="Google Shape;1806;p38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7" name="Google Shape;1807;p38"/>
          <p:cNvCxnSpPr/>
          <p:nvPr/>
        </p:nvCxnSpPr>
        <p:spPr>
          <a:xfrm>
            <a:off x="5943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8" name="Google Shape;1808;p38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9" name="Google Shape;1809;p38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0" name="Google Shape;1810;p38"/>
          <p:cNvCxnSpPr/>
          <p:nvPr/>
        </p:nvCxnSpPr>
        <p:spPr>
          <a:xfrm>
            <a:off x="7772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1" name="Google Shape;1811;p38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2" name="Google Shape;1812;p38"/>
          <p:cNvCxnSpPr/>
          <p:nvPr/>
        </p:nvCxnSpPr>
        <p:spPr>
          <a:xfrm>
            <a:off x="8686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3" name="Google Shape;1813;p38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4" name="Google Shape;1814;p38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5" name="Google Shape;1815;p38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6" name="Google Shape;1816;p38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7" name="Google Shape;1817;p38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8" name="Google Shape;1818;p38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9" name="Google Shape;1819;p38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0" name="Google Shape;1820;p38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1" name="Google Shape;1821;p38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2" name="Google Shape;1822;p38"/>
          <p:cNvSpPr/>
          <p:nvPr/>
        </p:nvSpPr>
        <p:spPr>
          <a:xfrm>
            <a:off x="0" y="171451"/>
            <a:ext cx="12573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3" name="Google Shape;1823;p38"/>
          <p:cNvSpPr/>
          <p:nvPr/>
        </p:nvSpPr>
        <p:spPr>
          <a:xfrm>
            <a:off x="0" y="342901"/>
            <a:ext cx="6858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4" name="Google Shape;1824;p38"/>
          <p:cNvSpPr/>
          <p:nvPr/>
        </p:nvSpPr>
        <p:spPr>
          <a:xfrm>
            <a:off x="8572500" y="4648200"/>
            <a:ext cx="361950" cy="361950"/>
          </a:xfrm>
          <a:prstGeom prst="ellipse">
            <a:avLst/>
          </a:prstGeom>
          <a:solidFill>
            <a:srgbClr val="305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5" name="Google Shape;1825;p38"/>
          <p:cNvSpPr/>
          <p:nvPr/>
        </p:nvSpPr>
        <p:spPr>
          <a:xfrm>
            <a:off x="8667750" y="4743450"/>
            <a:ext cx="171450" cy="171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p38"/>
          <p:cNvSpPr txBox="1"/>
          <p:nvPr/>
        </p:nvSpPr>
        <p:spPr>
          <a:xfrm>
            <a:off x="1809900" y="87750"/>
            <a:ext cx="5409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" sz="21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Результаты работы менеджеров </a:t>
            </a:r>
            <a:endParaRPr b="1" i="0" sz="21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7" name="Google Shape;182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38" y="873300"/>
            <a:ext cx="8883320" cy="2871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28" name="Google Shape;1828;p38"/>
          <p:cNvSpPr/>
          <p:nvPr/>
        </p:nvSpPr>
        <p:spPr>
          <a:xfrm>
            <a:off x="1466850" y="4172626"/>
            <a:ext cx="6096000" cy="428700"/>
          </a:xfrm>
          <a:prstGeom prst="roundRect">
            <a:avLst>
              <a:gd fmla="val 16667" name="adj"/>
            </a:avLst>
          </a:prstGeom>
          <a:solidFill>
            <a:srgbClr val="D0E6BE"/>
          </a:solidFill>
          <a:ln cap="flat" cmpd="sng" w="15225">
            <a:solidFill>
              <a:srgbClr val="6AA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" sz="13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Все три показателя нужно интерпретировать вместе: большой объем сделок не всегда приводит к максимальной выручке. </a:t>
            </a:r>
            <a:endParaRPr b="1" i="0" sz="13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3" name="Google Shape;1833;p39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4" name="Google Shape;1834;p39"/>
          <p:cNvCxnSpPr/>
          <p:nvPr/>
        </p:nvCxnSpPr>
        <p:spPr>
          <a:xfrm>
            <a:off x="457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5" name="Google Shape;1835;p39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6" name="Google Shape;1836;p39"/>
          <p:cNvCxnSpPr/>
          <p:nvPr/>
        </p:nvCxnSpPr>
        <p:spPr>
          <a:xfrm>
            <a:off x="1371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7" name="Google Shape;1837;p39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8" name="Google Shape;1838;p39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9" name="Google Shape;1839;p39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0" name="Google Shape;1840;p39"/>
          <p:cNvCxnSpPr/>
          <p:nvPr/>
        </p:nvCxnSpPr>
        <p:spPr>
          <a:xfrm>
            <a:off x="3200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1" name="Google Shape;1841;p39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2" name="Google Shape;1842;p39"/>
          <p:cNvCxnSpPr/>
          <p:nvPr/>
        </p:nvCxnSpPr>
        <p:spPr>
          <a:xfrm>
            <a:off x="4114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3" name="Google Shape;1843;p39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4" name="Google Shape;1844;p39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5" name="Google Shape;1845;p39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6" name="Google Shape;1846;p39"/>
          <p:cNvCxnSpPr/>
          <p:nvPr/>
        </p:nvCxnSpPr>
        <p:spPr>
          <a:xfrm>
            <a:off x="5943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7" name="Google Shape;1847;p39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8" name="Google Shape;1848;p39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9" name="Google Shape;1849;p39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0" name="Google Shape;1850;p39"/>
          <p:cNvCxnSpPr/>
          <p:nvPr/>
        </p:nvCxnSpPr>
        <p:spPr>
          <a:xfrm>
            <a:off x="7772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1" name="Google Shape;1851;p39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2" name="Google Shape;1852;p39"/>
          <p:cNvCxnSpPr/>
          <p:nvPr/>
        </p:nvCxnSpPr>
        <p:spPr>
          <a:xfrm>
            <a:off x="8686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3" name="Google Shape;1853;p39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4" name="Google Shape;1854;p39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5" name="Google Shape;1855;p39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6" name="Google Shape;1856;p39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7" name="Google Shape;1857;p39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8" name="Google Shape;1858;p39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9" name="Google Shape;1859;p39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0" name="Google Shape;1860;p39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1" name="Google Shape;1861;p39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2" name="Google Shape;1862;p39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3" name="Google Shape;1863;p39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4" name="Google Shape;1864;p39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5" name="Google Shape;1865;p39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6" name="Google Shape;1866;p39"/>
          <p:cNvSpPr/>
          <p:nvPr/>
        </p:nvSpPr>
        <p:spPr>
          <a:xfrm>
            <a:off x="0" y="171451"/>
            <a:ext cx="12573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7" name="Google Shape;1867;p39"/>
          <p:cNvSpPr/>
          <p:nvPr/>
        </p:nvSpPr>
        <p:spPr>
          <a:xfrm>
            <a:off x="0" y="342901"/>
            <a:ext cx="6858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p39"/>
          <p:cNvSpPr/>
          <p:nvPr/>
        </p:nvSpPr>
        <p:spPr>
          <a:xfrm>
            <a:off x="8572500" y="4648200"/>
            <a:ext cx="361950" cy="361950"/>
          </a:xfrm>
          <a:prstGeom prst="ellipse">
            <a:avLst/>
          </a:prstGeom>
          <a:solidFill>
            <a:srgbClr val="305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39"/>
          <p:cNvSpPr/>
          <p:nvPr/>
        </p:nvSpPr>
        <p:spPr>
          <a:xfrm>
            <a:off x="8667750" y="4743450"/>
            <a:ext cx="171450" cy="171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p39"/>
          <p:cNvSpPr txBox="1"/>
          <p:nvPr/>
        </p:nvSpPr>
        <p:spPr>
          <a:xfrm>
            <a:off x="1963050" y="41063"/>
            <a:ext cx="544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" sz="20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Продукты</a:t>
            </a:r>
            <a:r>
              <a:rPr b="1" lang="ru" sz="2000">
                <a:solidFill>
                  <a:srgbClr val="273E84"/>
                </a:solidFill>
              </a:rPr>
              <a:t> которые продает школа</a:t>
            </a:r>
            <a:endParaRPr b="1" i="0" sz="20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1" name="Google Shape;1871;p39"/>
          <p:cNvSpPr/>
          <p:nvPr/>
        </p:nvSpPr>
        <p:spPr>
          <a:xfrm>
            <a:off x="242925" y="4572000"/>
            <a:ext cx="7772400" cy="425400"/>
          </a:xfrm>
          <a:prstGeom prst="roundRect">
            <a:avLst>
              <a:gd fmla="val 16667" name="adj"/>
            </a:avLst>
          </a:prstGeom>
          <a:solidFill>
            <a:srgbClr val="F8DEC4"/>
          </a:solidFill>
          <a:ln cap="flat" cmpd="sng" w="15225">
            <a:solidFill>
              <a:srgbClr val="F0A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273E84"/>
                </a:solidFill>
              </a:rPr>
              <a:t>Digital Marketing дает наибольший объем лидов, студентов и выручки. Конверсия трех основных продуктов близка, поэтому улучшение первого контакта применимо ко всему продуктовому портфелю. </a:t>
            </a:r>
            <a:endParaRPr sz="1000">
              <a:solidFill>
                <a:srgbClr val="273E84"/>
              </a:solidFill>
            </a:endParaRPr>
          </a:p>
        </p:txBody>
      </p:sp>
      <p:pic>
        <p:nvPicPr>
          <p:cNvPr id="1872" name="Google Shape;187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800" y="525657"/>
            <a:ext cx="7413525" cy="3851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40"/>
          <p:cNvSpPr txBox="1"/>
          <p:nvPr>
            <p:ph type="ctrTitle"/>
          </p:nvPr>
        </p:nvSpPr>
        <p:spPr>
          <a:xfrm>
            <a:off x="1945250" y="228475"/>
            <a:ext cx="5708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ru" sz="3600"/>
              <a:t>Описательная статистика</a:t>
            </a:r>
            <a:endParaRPr/>
          </a:p>
        </p:txBody>
      </p:sp>
      <p:grpSp>
        <p:nvGrpSpPr>
          <p:cNvPr id="1878" name="Google Shape;1878;p40"/>
          <p:cNvGrpSpPr/>
          <p:nvPr/>
        </p:nvGrpSpPr>
        <p:grpSpPr>
          <a:xfrm>
            <a:off x="1855162" y="1262314"/>
            <a:ext cx="5308144" cy="2805666"/>
            <a:chOff x="2118789" y="1774987"/>
            <a:chExt cx="1371224" cy="724810"/>
          </a:xfrm>
        </p:grpSpPr>
        <p:sp>
          <p:nvSpPr>
            <p:cNvPr id="1879" name="Google Shape;1879;p40"/>
            <p:cNvSpPr/>
            <p:nvPr/>
          </p:nvSpPr>
          <p:spPr>
            <a:xfrm>
              <a:off x="2138370" y="2213168"/>
              <a:ext cx="184573" cy="286629"/>
            </a:xfrm>
            <a:custGeom>
              <a:rect b="b" l="l" r="r" t="t"/>
              <a:pathLst>
                <a:path extrusionOk="0" h="6968" w="4487">
                  <a:moveTo>
                    <a:pt x="1" y="0"/>
                  </a:moveTo>
                  <a:lnTo>
                    <a:pt x="1" y="6968"/>
                  </a:lnTo>
                  <a:lnTo>
                    <a:pt x="4487" y="6968"/>
                  </a:lnTo>
                  <a:lnTo>
                    <a:pt x="44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53900" lIns="353900" spcFirstLastPara="1" rIns="353900" wrap="square" tIns="35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19"/>
                <a:buFont typeface="Arial"/>
                <a:buNone/>
              </a:pPr>
              <a:r>
                <a:t/>
              </a:r>
              <a:endParaRPr b="0" i="0" sz="5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40"/>
            <p:cNvSpPr/>
            <p:nvPr/>
          </p:nvSpPr>
          <p:spPr>
            <a:xfrm>
              <a:off x="2368279" y="2123450"/>
              <a:ext cx="184573" cy="376344"/>
            </a:xfrm>
            <a:custGeom>
              <a:rect b="b" l="l" r="r" t="t"/>
              <a:pathLst>
                <a:path extrusionOk="0" h="9149" w="4487">
                  <a:moveTo>
                    <a:pt x="1" y="1"/>
                  </a:moveTo>
                  <a:lnTo>
                    <a:pt x="1" y="9149"/>
                  </a:lnTo>
                  <a:lnTo>
                    <a:pt x="4487" y="9149"/>
                  </a:lnTo>
                  <a:lnTo>
                    <a:pt x="44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53900" lIns="353900" spcFirstLastPara="1" rIns="353900" wrap="square" tIns="35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19"/>
                <a:buFont typeface="Arial"/>
                <a:buNone/>
              </a:pPr>
              <a:r>
                <a:t/>
              </a:r>
              <a:endParaRPr b="0" i="0" sz="5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40"/>
            <p:cNvSpPr/>
            <p:nvPr/>
          </p:nvSpPr>
          <p:spPr>
            <a:xfrm>
              <a:off x="2594075" y="2034802"/>
              <a:ext cx="184573" cy="464990"/>
            </a:xfrm>
            <a:custGeom>
              <a:rect b="b" l="l" r="r" t="t"/>
              <a:pathLst>
                <a:path extrusionOk="0" h="11304" w="4487">
                  <a:moveTo>
                    <a:pt x="0" y="0"/>
                  </a:moveTo>
                  <a:lnTo>
                    <a:pt x="0" y="11304"/>
                  </a:lnTo>
                  <a:lnTo>
                    <a:pt x="4487" y="11304"/>
                  </a:lnTo>
                  <a:lnTo>
                    <a:pt x="4487" y="0"/>
                  </a:lnTo>
                  <a:close/>
                </a:path>
              </a:pathLst>
            </a:custGeom>
            <a:solidFill>
              <a:srgbClr val="6186CC"/>
            </a:solidFill>
            <a:ln>
              <a:noFill/>
            </a:ln>
          </p:spPr>
          <p:txBody>
            <a:bodyPr anchorCtr="0" anchor="ctr" bIns="353900" lIns="353900" spcFirstLastPara="1" rIns="353900" wrap="square" tIns="35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19"/>
                <a:buFont typeface="Arial"/>
                <a:buNone/>
              </a:pPr>
              <a:r>
                <a:t/>
              </a:r>
              <a:endParaRPr b="0" i="0" sz="5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40"/>
            <p:cNvSpPr/>
            <p:nvPr/>
          </p:nvSpPr>
          <p:spPr>
            <a:xfrm>
              <a:off x="2830154" y="1904895"/>
              <a:ext cx="184573" cy="594894"/>
            </a:xfrm>
            <a:custGeom>
              <a:rect b="b" l="l" r="r" t="t"/>
              <a:pathLst>
                <a:path extrusionOk="0" h="14462" w="4487">
                  <a:moveTo>
                    <a:pt x="1" y="0"/>
                  </a:moveTo>
                  <a:lnTo>
                    <a:pt x="1" y="14462"/>
                  </a:lnTo>
                  <a:lnTo>
                    <a:pt x="4487" y="14462"/>
                  </a:lnTo>
                  <a:lnTo>
                    <a:pt x="44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53900" lIns="353900" spcFirstLastPara="1" rIns="353900" wrap="square" tIns="35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19"/>
                <a:buFont typeface="Arial"/>
                <a:buNone/>
              </a:pPr>
              <a:r>
                <a:t/>
              </a:r>
              <a:endParaRPr b="0" i="0" sz="5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40"/>
            <p:cNvSpPr/>
            <p:nvPr/>
          </p:nvSpPr>
          <p:spPr>
            <a:xfrm>
              <a:off x="3061092" y="2118308"/>
              <a:ext cx="184573" cy="381486"/>
            </a:xfrm>
            <a:custGeom>
              <a:rect b="b" l="l" r="r" t="t"/>
              <a:pathLst>
                <a:path extrusionOk="0" h="9274" w="4487">
                  <a:moveTo>
                    <a:pt x="1" y="0"/>
                  </a:moveTo>
                  <a:lnTo>
                    <a:pt x="1" y="9274"/>
                  </a:lnTo>
                  <a:lnTo>
                    <a:pt x="4487" y="9274"/>
                  </a:lnTo>
                  <a:lnTo>
                    <a:pt x="44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53900" lIns="353900" spcFirstLastPara="1" rIns="353900" wrap="square" tIns="35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19"/>
                <a:buFont typeface="Arial"/>
                <a:buNone/>
              </a:pPr>
              <a:r>
                <a:t/>
              </a:r>
              <a:endParaRPr b="0" i="0" sz="5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40"/>
            <p:cNvSpPr/>
            <p:nvPr/>
          </p:nvSpPr>
          <p:spPr>
            <a:xfrm>
              <a:off x="3305440" y="1782186"/>
              <a:ext cx="184573" cy="717600"/>
            </a:xfrm>
            <a:custGeom>
              <a:rect b="b" l="l" r="r" t="t"/>
              <a:pathLst>
                <a:path extrusionOk="0" h="17445" w="4487">
                  <a:moveTo>
                    <a:pt x="1" y="1"/>
                  </a:moveTo>
                  <a:lnTo>
                    <a:pt x="1" y="17445"/>
                  </a:lnTo>
                  <a:lnTo>
                    <a:pt x="4487" y="17445"/>
                  </a:lnTo>
                  <a:lnTo>
                    <a:pt x="44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53900" lIns="353900" spcFirstLastPara="1" rIns="353900" wrap="square" tIns="35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19"/>
                <a:buFont typeface="Arial"/>
                <a:buNone/>
              </a:pPr>
              <a:r>
                <a:t/>
              </a:r>
              <a:endParaRPr b="0" i="0" sz="5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40"/>
            <p:cNvSpPr/>
            <p:nvPr/>
          </p:nvSpPr>
          <p:spPr>
            <a:xfrm>
              <a:off x="2140426" y="1786341"/>
              <a:ext cx="1286703" cy="440227"/>
            </a:xfrm>
            <a:custGeom>
              <a:rect b="b" l="l" r="r" t="t"/>
              <a:pathLst>
                <a:path extrusionOk="0" h="10702" w="31280">
                  <a:moveTo>
                    <a:pt x="11454" y="0"/>
                  </a:moveTo>
                  <a:lnTo>
                    <a:pt x="7144" y="10126"/>
                  </a:lnTo>
                  <a:lnTo>
                    <a:pt x="3184" y="7995"/>
                  </a:lnTo>
                  <a:lnTo>
                    <a:pt x="1" y="10251"/>
                  </a:lnTo>
                  <a:lnTo>
                    <a:pt x="226" y="10602"/>
                  </a:lnTo>
                  <a:lnTo>
                    <a:pt x="3209" y="8471"/>
                  </a:lnTo>
                  <a:lnTo>
                    <a:pt x="7344" y="10702"/>
                  </a:lnTo>
                  <a:lnTo>
                    <a:pt x="11504" y="978"/>
                  </a:lnTo>
                  <a:lnTo>
                    <a:pt x="14988" y="7820"/>
                  </a:lnTo>
                  <a:lnTo>
                    <a:pt x="19525" y="2281"/>
                  </a:lnTo>
                  <a:lnTo>
                    <a:pt x="23885" y="7218"/>
                  </a:lnTo>
                  <a:lnTo>
                    <a:pt x="26718" y="3860"/>
                  </a:lnTo>
                  <a:lnTo>
                    <a:pt x="30928" y="9850"/>
                  </a:lnTo>
                  <a:lnTo>
                    <a:pt x="31279" y="9624"/>
                  </a:lnTo>
                  <a:lnTo>
                    <a:pt x="26743" y="3208"/>
                  </a:lnTo>
                  <a:lnTo>
                    <a:pt x="23885" y="6592"/>
                  </a:lnTo>
                  <a:lnTo>
                    <a:pt x="19525" y="1654"/>
                  </a:lnTo>
                  <a:lnTo>
                    <a:pt x="15063" y="7068"/>
                  </a:lnTo>
                  <a:lnTo>
                    <a:pt x="11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53900" lIns="353900" spcFirstLastPara="1" rIns="353900" wrap="square" tIns="35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19"/>
                <a:buFont typeface="Arial"/>
                <a:buNone/>
              </a:pPr>
              <a:r>
                <a:t/>
              </a:r>
              <a:endParaRPr b="0" i="0" sz="5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40"/>
            <p:cNvSpPr/>
            <p:nvPr/>
          </p:nvSpPr>
          <p:spPr>
            <a:xfrm>
              <a:off x="3393060" y="2148214"/>
              <a:ext cx="53681" cy="53640"/>
            </a:xfrm>
            <a:custGeom>
              <a:rect b="b" l="l" r="r" t="t"/>
              <a:pathLst>
                <a:path extrusionOk="0" h="1304" w="1305">
                  <a:moveTo>
                    <a:pt x="653" y="0"/>
                  </a:moveTo>
                  <a:cubicBezTo>
                    <a:pt x="302" y="0"/>
                    <a:pt x="1" y="301"/>
                    <a:pt x="1" y="652"/>
                  </a:cubicBezTo>
                  <a:cubicBezTo>
                    <a:pt x="1" y="1028"/>
                    <a:pt x="302" y="1303"/>
                    <a:pt x="653" y="1303"/>
                  </a:cubicBezTo>
                  <a:cubicBezTo>
                    <a:pt x="1003" y="1303"/>
                    <a:pt x="1304" y="1028"/>
                    <a:pt x="1304" y="652"/>
                  </a:cubicBezTo>
                  <a:cubicBezTo>
                    <a:pt x="1304" y="301"/>
                    <a:pt x="1003" y="0"/>
                    <a:pt x="6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53900" lIns="353900" spcFirstLastPara="1" rIns="353900" wrap="square" tIns="35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19"/>
                <a:buFont typeface="Arial"/>
                <a:buNone/>
              </a:pPr>
              <a:r>
                <a:t/>
              </a:r>
              <a:endParaRPr b="0" i="0" sz="5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40"/>
            <p:cNvSpPr/>
            <p:nvPr/>
          </p:nvSpPr>
          <p:spPr>
            <a:xfrm>
              <a:off x="3096140" y="2043029"/>
              <a:ext cx="53681" cy="53681"/>
            </a:xfrm>
            <a:custGeom>
              <a:rect b="b" l="l" r="r" t="t"/>
              <a:pathLst>
                <a:path extrusionOk="0" h="1305" w="1305">
                  <a:moveTo>
                    <a:pt x="652" y="1"/>
                  </a:moveTo>
                  <a:cubicBezTo>
                    <a:pt x="277" y="1"/>
                    <a:pt x="1" y="302"/>
                    <a:pt x="1" y="652"/>
                  </a:cubicBezTo>
                  <a:cubicBezTo>
                    <a:pt x="1" y="1028"/>
                    <a:pt x="277" y="1304"/>
                    <a:pt x="652" y="1304"/>
                  </a:cubicBezTo>
                  <a:cubicBezTo>
                    <a:pt x="1003" y="1304"/>
                    <a:pt x="1304" y="1028"/>
                    <a:pt x="1304" y="652"/>
                  </a:cubicBezTo>
                  <a:cubicBezTo>
                    <a:pt x="1304" y="302"/>
                    <a:pt x="1003" y="1"/>
                    <a:pt x="6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53900" lIns="353900" spcFirstLastPara="1" rIns="353900" wrap="square" tIns="35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19"/>
                <a:buFont typeface="Arial"/>
                <a:buNone/>
              </a:pPr>
              <a:r>
                <a:t/>
              </a:r>
              <a:endParaRPr b="0" i="0" sz="5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40"/>
            <p:cNvSpPr/>
            <p:nvPr/>
          </p:nvSpPr>
          <p:spPr>
            <a:xfrm>
              <a:off x="3213706" y="1912093"/>
              <a:ext cx="53640" cy="52612"/>
            </a:xfrm>
            <a:custGeom>
              <a:rect b="b" l="l" r="r" t="t"/>
              <a:pathLst>
                <a:path extrusionOk="0" h="1279" w="1304">
                  <a:moveTo>
                    <a:pt x="652" y="1"/>
                  </a:moveTo>
                  <a:cubicBezTo>
                    <a:pt x="276" y="1"/>
                    <a:pt x="0" y="277"/>
                    <a:pt x="0" y="652"/>
                  </a:cubicBezTo>
                  <a:cubicBezTo>
                    <a:pt x="0" y="1003"/>
                    <a:pt x="276" y="1279"/>
                    <a:pt x="652" y="1279"/>
                  </a:cubicBezTo>
                  <a:cubicBezTo>
                    <a:pt x="1003" y="1279"/>
                    <a:pt x="1303" y="1003"/>
                    <a:pt x="1303" y="652"/>
                  </a:cubicBezTo>
                  <a:cubicBezTo>
                    <a:pt x="1303" y="277"/>
                    <a:pt x="1003" y="1"/>
                    <a:pt x="6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53900" lIns="353900" spcFirstLastPara="1" rIns="353900" wrap="square" tIns="35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19"/>
                <a:buFont typeface="Arial"/>
                <a:buNone/>
              </a:pPr>
              <a:r>
                <a:t/>
              </a:r>
              <a:endParaRPr b="0" i="0" sz="5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40"/>
            <p:cNvSpPr/>
            <p:nvPr/>
          </p:nvSpPr>
          <p:spPr>
            <a:xfrm>
              <a:off x="2916746" y="1839941"/>
              <a:ext cx="53681" cy="53640"/>
            </a:xfrm>
            <a:custGeom>
              <a:rect b="b" l="l" r="r" t="t"/>
              <a:pathLst>
                <a:path extrusionOk="0" h="1304" w="1305">
                  <a:moveTo>
                    <a:pt x="653" y="0"/>
                  </a:moveTo>
                  <a:cubicBezTo>
                    <a:pt x="302" y="0"/>
                    <a:pt x="1" y="301"/>
                    <a:pt x="1" y="652"/>
                  </a:cubicBezTo>
                  <a:cubicBezTo>
                    <a:pt x="1" y="1028"/>
                    <a:pt x="302" y="1304"/>
                    <a:pt x="653" y="1304"/>
                  </a:cubicBezTo>
                  <a:cubicBezTo>
                    <a:pt x="1003" y="1304"/>
                    <a:pt x="1304" y="1028"/>
                    <a:pt x="1304" y="652"/>
                  </a:cubicBezTo>
                  <a:cubicBezTo>
                    <a:pt x="1304" y="301"/>
                    <a:pt x="1003" y="0"/>
                    <a:pt x="6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53900" lIns="353900" spcFirstLastPara="1" rIns="353900" wrap="square" tIns="35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19"/>
                <a:buFont typeface="Arial"/>
                <a:buNone/>
              </a:pPr>
              <a:r>
                <a:t/>
              </a:r>
              <a:endParaRPr b="0" i="0" sz="5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40"/>
            <p:cNvSpPr/>
            <p:nvPr/>
          </p:nvSpPr>
          <p:spPr>
            <a:xfrm>
              <a:off x="2738421" y="2058497"/>
              <a:ext cx="53640" cy="53640"/>
            </a:xfrm>
            <a:custGeom>
              <a:rect b="b" l="l" r="r" t="t"/>
              <a:pathLst>
                <a:path extrusionOk="0" h="1304" w="1304">
                  <a:moveTo>
                    <a:pt x="652" y="1"/>
                  </a:moveTo>
                  <a:cubicBezTo>
                    <a:pt x="301" y="1"/>
                    <a:pt x="0" y="276"/>
                    <a:pt x="0" y="652"/>
                  </a:cubicBezTo>
                  <a:cubicBezTo>
                    <a:pt x="0" y="1003"/>
                    <a:pt x="301" y="1304"/>
                    <a:pt x="652" y="1304"/>
                  </a:cubicBezTo>
                  <a:cubicBezTo>
                    <a:pt x="1003" y="1304"/>
                    <a:pt x="1303" y="1003"/>
                    <a:pt x="1303" y="652"/>
                  </a:cubicBezTo>
                  <a:cubicBezTo>
                    <a:pt x="1303" y="276"/>
                    <a:pt x="1003" y="1"/>
                    <a:pt x="6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53900" lIns="353900" spcFirstLastPara="1" rIns="353900" wrap="square" tIns="35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19"/>
                <a:buFont typeface="Arial"/>
                <a:buNone/>
              </a:pPr>
              <a:r>
                <a:t/>
              </a:r>
              <a:endParaRPr b="0" i="0" sz="5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40"/>
            <p:cNvSpPr/>
            <p:nvPr/>
          </p:nvSpPr>
          <p:spPr>
            <a:xfrm>
              <a:off x="2586835" y="1774987"/>
              <a:ext cx="53681" cy="53640"/>
            </a:xfrm>
            <a:custGeom>
              <a:rect b="b" l="l" r="r" t="t"/>
              <a:pathLst>
                <a:path extrusionOk="0" h="1304" w="1305">
                  <a:moveTo>
                    <a:pt x="652" y="0"/>
                  </a:moveTo>
                  <a:cubicBezTo>
                    <a:pt x="277" y="0"/>
                    <a:pt x="1" y="301"/>
                    <a:pt x="1" y="652"/>
                  </a:cubicBezTo>
                  <a:cubicBezTo>
                    <a:pt x="1" y="1003"/>
                    <a:pt x="277" y="1304"/>
                    <a:pt x="652" y="1304"/>
                  </a:cubicBezTo>
                  <a:cubicBezTo>
                    <a:pt x="1003" y="1304"/>
                    <a:pt x="1304" y="1003"/>
                    <a:pt x="1304" y="652"/>
                  </a:cubicBezTo>
                  <a:cubicBezTo>
                    <a:pt x="1304" y="301"/>
                    <a:pt x="1003" y="0"/>
                    <a:pt x="6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53900" lIns="353900" spcFirstLastPara="1" rIns="353900" wrap="square" tIns="35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19"/>
                <a:buFont typeface="Arial"/>
                <a:buNone/>
              </a:pPr>
              <a:r>
                <a:t/>
              </a:r>
              <a:endParaRPr b="0" i="0" sz="5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40"/>
            <p:cNvSpPr/>
            <p:nvPr/>
          </p:nvSpPr>
          <p:spPr>
            <a:xfrm>
              <a:off x="2411595" y="2188404"/>
              <a:ext cx="53640" cy="53640"/>
            </a:xfrm>
            <a:custGeom>
              <a:rect b="b" l="l" r="r" t="t"/>
              <a:pathLst>
                <a:path extrusionOk="0" h="1304" w="1304">
                  <a:moveTo>
                    <a:pt x="652" y="1"/>
                  </a:moveTo>
                  <a:cubicBezTo>
                    <a:pt x="301" y="1"/>
                    <a:pt x="0" y="301"/>
                    <a:pt x="0" y="652"/>
                  </a:cubicBezTo>
                  <a:cubicBezTo>
                    <a:pt x="0" y="1003"/>
                    <a:pt x="301" y="1304"/>
                    <a:pt x="652" y="1304"/>
                  </a:cubicBezTo>
                  <a:cubicBezTo>
                    <a:pt x="1028" y="1304"/>
                    <a:pt x="1303" y="1003"/>
                    <a:pt x="1303" y="652"/>
                  </a:cubicBezTo>
                  <a:cubicBezTo>
                    <a:pt x="1303" y="301"/>
                    <a:pt x="1028" y="1"/>
                    <a:pt x="6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53900" lIns="353900" spcFirstLastPara="1" rIns="353900" wrap="square" tIns="35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19"/>
                <a:buFont typeface="Arial"/>
                <a:buNone/>
              </a:pPr>
              <a:r>
                <a:t/>
              </a:r>
              <a:endParaRPr b="0" i="0" sz="5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40"/>
            <p:cNvSpPr/>
            <p:nvPr/>
          </p:nvSpPr>
          <p:spPr>
            <a:xfrm>
              <a:off x="2254867" y="2096671"/>
              <a:ext cx="53640" cy="53640"/>
            </a:xfrm>
            <a:custGeom>
              <a:rect b="b" l="l" r="r" t="t"/>
              <a:pathLst>
                <a:path extrusionOk="0" h="1304" w="1304">
                  <a:moveTo>
                    <a:pt x="652" y="0"/>
                  </a:moveTo>
                  <a:cubicBezTo>
                    <a:pt x="276" y="0"/>
                    <a:pt x="1" y="301"/>
                    <a:pt x="1" y="652"/>
                  </a:cubicBezTo>
                  <a:cubicBezTo>
                    <a:pt x="1" y="1003"/>
                    <a:pt x="276" y="1303"/>
                    <a:pt x="652" y="1303"/>
                  </a:cubicBezTo>
                  <a:cubicBezTo>
                    <a:pt x="1003" y="1303"/>
                    <a:pt x="1304" y="1003"/>
                    <a:pt x="1304" y="652"/>
                  </a:cubicBezTo>
                  <a:cubicBezTo>
                    <a:pt x="1304" y="301"/>
                    <a:pt x="1003" y="0"/>
                    <a:pt x="6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53900" lIns="353900" spcFirstLastPara="1" rIns="353900" wrap="square" tIns="35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19"/>
                <a:buFont typeface="Arial"/>
                <a:buNone/>
              </a:pPr>
              <a:r>
                <a:t/>
              </a:r>
              <a:endParaRPr b="0" i="0" sz="5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40"/>
            <p:cNvSpPr/>
            <p:nvPr/>
          </p:nvSpPr>
          <p:spPr>
            <a:xfrm>
              <a:off x="2118789" y="2174994"/>
              <a:ext cx="52612" cy="53681"/>
            </a:xfrm>
            <a:custGeom>
              <a:rect b="b" l="l" r="r" t="t"/>
              <a:pathLst>
                <a:path extrusionOk="0" h="1305" w="1279">
                  <a:moveTo>
                    <a:pt x="652" y="1"/>
                  </a:moveTo>
                  <a:cubicBezTo>
                    <a:pt x="276" y="1"/>
                    <a:pt x="0" y="302"/>
                    <a:pt x="0" y="652"/>
                  </a:cubicBezTo>
                  <a:cubicBezTo>
                    <a:pt x="0" y="1003"/>
                    <a:pt x="276" y="1304"/>
                    <a:pt x="652" y="1304"/>
                  </a:cubicBezTo>
                  <a:cubicBezTo>
                    <a:pt x="1003" y="1304"/>
                    <a:pt x="1279" y="1003"/>
                    <a:pt x="1279" y="652"/>
                  </a:cubicBezTo>
                  <a:cubicBezTo>
                    <a:pt x="1279" y="302"/>
                    <a:pt x="1003" y="1"/>
                    <a:pt x="6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53900" lIns="353900" spcFirstLastPara="1" rIns="353900" wrap="square" tIns="353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19"/>
                <a:buFont typeface="Arial"/>
                <a:buNone/>
              </a:pPr>
              <a:r>
                <a:t/>
              </a:r>
              <a:endParaRPr b="0" i="0" sz="54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9" name="Google Shape;1899;p41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0" name="Google Shape;1900;p41"/>
          <p:cNvCxnSpPr/>
          <p:nvPr/>
        </p:nvCxnSpPr>
        <p:spPr>
          <a:xfrm>
            <a:off x="457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1" name="Google Shape;1901;p41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2" name="Google Shape;1902;p41"/>
          <p:cNvCxnSpPr/>
          <p:nvPr/>
        </p:nvCxnSpPr>
        <p:spPr>
          <a:xfrm>
            <a:off x="1371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3" name="Google Shape;1903;p41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4" name="Google Shape;1904;p41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5" name="Google Shape;1905;p41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6" name="Google Shape;1906;p41"/>
          <p:cNvCxnSpPr/>
          <p:nvPr/>
        </p:nvCxnSpPr>
        <p:spPr>
          <a:xfrm>
            <a:off x="3200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7" name="Google Shape;1907;p41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8" name="Google Shape;1908;p41"/>
          <p:cNvCxnSpPr/>
          <p:nvPr/>
        </p:nvCxnSpPr>
        <p:spPr>
          <a:xfrm>
            <a:off x="4114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9" name="Google Shape;1909;p41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0" name="Google Shape;1910;p41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1" name="Google Shape;1911;p41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2" name="Google Shape;1912;p41"/>
          <p:cNvCxnSpPr/>
          <p:nvPr/>
        </p:nvCxnSpPr>
        <p:spPr>
          <a:xfrm>
            <a:off x="5943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3" name="Google Shape;1913;p41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4" name="Google Shape;1914;p41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5" name="Google Shape;1915;p41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6" name="Google Shape;1916;p41"/>
          <p:cNvCxnSpPr/>
          <p:nvPr/>
        </p:nvCxnSpPr>
        <p:spPr>
          <a:xfrm>
            <a:off x="7772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7" name="Google Shape;1917;p41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8" name="Google Shape;1918;p41"/>
          <p:cNvCxnSpPr/>
          <p:nvPr/>
        </p:nvCxnSpPr>
        <p:spPr>
          <a:xfrm>
            <a:off x="8686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9" name="Google Shape;1919;p41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0" name="Google Shape;1920;p41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1" name="Google Shape;1921;p41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2" name="Google Shape;1922;p41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3" name="Google Shape;1923;p41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4" name="Google Shape;1924;p41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5" name="Google Shape;1925;p41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6" name="Google Shape;1926;p41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7" name="Google Shape;1927;p41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8" name="Google Shape;1928;p41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9" name="Google Shape;1929;p41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0" name="Google Shape;1930;p41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1" name="Google Shape;1931;p41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2" name="Google Shape;1932;p41"/>
          <p:cNvSpPr/>
          <p:nvPr/>
        </p:nvSpPr>
        <p:spPr>
          <a:xfrm>
            <a:off x="0" y="171451"/>
            <a:ext cx="12573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p41"/>
          <p:cNvSpPr/>
          <p:nvPr/>
        </p:nvSpPr>
        <p:spPr>
          <a:xfrm>
            <a:off x="0" y="342901"/>
            <a:ext cx="6858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p41"/>
          <p:cNvSpPr/>
          <p:nvPr/>
        </p:nvSpPr>
        <p:spPr>
          <a:xfrm>
            <a:off x="8572500" y="4648200"/>
            <a:ext cx="361950" cy="361950"/>
          </a:xfrm>
          <a:prstGeom prst="ellipse">
            <a:avLst/>
          </a:prstGeom>
          <a:solidFill>
            <a:srgbClr val="305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41"/>
          <p:cNvSpPr/>
          <p:nvPr/>
        </p:nvSpPr>
        <p:spPr>
          <a:xfrm>
            <a:off x="8667750" y="4743450"/>
            <a:ext cx="171450" cy="171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41"/>
          <p:cNvSpPr txBox="1"/>
          <p:nvPr/>
        </p:nvSpPr>
        <p:spPr>
          <a:xfrm>
            <a:off x="7667625" y="4336795"/>
            <a:ext cx="876300" cy="41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" sz="2100" u="none" cap="none" strike="noStrike">
                <a:solidFill>
                  <a:srgbClr val="FFC21F"/>
                </a:solidFill>
                <a:latin typeface="Arial"/>
                <a:ea typeface="Arial"/>
                <a:cs typeface="Arial"/>
                <a:sym typeface="Arial"/>
              </a:rPr>
              <a:t>⌁⌁⌁</a:t>
            </a:r>
            <a:endParaRPr b="1" i="0" sz="2100" u="none" cap="none" strike="noStrike">
              <a:solidFill>
                <a:srgbClr val="FFC2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41"/>
          <p:cNvSpPr txBox="1"/>
          <p:nvPr/>
        </p:nvSpPr>
        <p:spPr>
          <a:xfrm>
            <a:off x="800100" y="241809"/>
            <a:ext cx="7772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" sz="22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Временные ряды: динамика сделок и студентов</a:t>
            </a:r>
            <a:endParaRPr b="1" i="0" sz="22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8" name="Google Shape;19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12" y="1047750"/>
            <a:ext cx="5669836" cy="2962617"/>
          </a:xfrm>
          <a:prstGeom prst="rect">
            <a:avLst/>
          </a:prstGeom>
          <a:noFill/>
          <a:ln>
            <a:noFill/>
          </a:ln>
        </p:spPr>
      </p:pic>
      <p:sp>
        <p:nvSpPr>
          <p:cNvPr id="1939" name="Google Shape;1939;p41"/>
          <p:cNvSpPr/>
          <p:nvPr/>
        </p:nvSpPr>
        <p:spPr>
          <a:xfrm>
            <a:off x="6296100" y="1371600"/>
            <a:ext cx="2038200" cy="786900"/>
          </a:xfrm>
          <a:prstGeom prst="roundRect">
            <a:avLst>
              <a:gd fmla="val 16667" name="adj"/>
            </a:avLst>
          </a:prstGeom>
          <a:solidFill>
            <a:srgbClr val="D3E1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ru" sz="1200"/>
              <a:t>Общая динамика изменения лидов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40" name="Google Shape;1940;p41"/>
          <p:cNvSpPr/>
          <p:nvPr/>
        </p:nvSpPr>
        <p:spPr>
          <a:xfrm>
            <a:off x="6296100" y="2743200"/>
            <a:ext cx="2038200" cy="786900"/>
          </a:xfrm>
          <a:prstGeom prst="roundRect">
            <a:avLst>
              <a:gd fmla="val 16667" name="adj"/>
            </a:avLst>
          </a:prstGeom>
          <a:solidFill>
            <a:srgbClr val="D0E6BE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ru" sz="1200"/>
              <a:t>Общая динамика изменения студентов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41"/>
          <p:cNvSpPr/>
          <p:nvPr/>
        </p:nvSpPr>
        <p:spPr>
          <a:xfrm>
            <a:off x="1009650" y="4572000"/>
            <a:ext cx="6667500" cy="461700"/>
          </a:xfrm>
          <a:prstGeom prst="roundRect">
            <a:avLst>
              <a:gd fmla="val 16667" name="adj"/>
            </a:avLst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>
                <a:solidFill>
                  <a:schemeClr val="dk2"/>
                </a:solidFill>
              </a:rPr>
              <a:t>Результаты школы меняются по месяцам: анализ источников, продаж и выручки важно проводить с учетом периода, а не только по общим итогам. 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p41"/>
          <p:cNvSpPr txBox="1"/>
          <p:nvPr/>
        </p:nvSpPr>
        <p:spPr>
          <a:xfrm>
            <a:off x="0" y="634763"/>
            <a:ext cx="190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/>
              <a:t>используем </a:t>
            </a:r>
            <a:r>
              <a:rPr lang="ru" sz="1000"/>
              <a:t>справедливую </a:t>
            </a:r>
            <a:r>
              <a:rPr lang="ru" sz="1000"/>
              <a:t>выручку от студентов. </a:t>
            </a:r>
            <a:endParaRPr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7" name="Google Shape;1947;p42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8" name="Google Shape;1948;p42"/>
          <p:cNvCxnSpPr/>
          <p:nvPr/>
        </p:nvCxnSpPr>
        <p:spPr>
          <a:xfrm>
            <a:off x="457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9" name="Google Shape;1949;p42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0" name="Google Shape;1950;p42"/>
          <p:cNvCxnSpPr/>
          <p:nvPr/>
        </p:nvCxnSpPr>
        <p:spPr>
          <a:xfrm>
            <a:off x="1371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1" name="Google Shape;1951;p42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2" name="Google Shape;1952;p42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3" name="Google Shape;1953;p42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4" name="Google Shape;1954;p42"/>
          <p:cNvCxnSpPr/>
          <p:nvPr/>
        </p:nvCxnSpPr>
        <p:spPr>
          <a:xfrm>
            <a:off x="3200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5" name="Google Shape;1955;p42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6" name="Google Shape;1956;p42"/>
          <p:cNvCxnSpPr/>
          <p:nvPr/>
        </p:nvCxnSpPr>
        <p:spPr>
          <a:xfrm>
            <a:off x="4114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7" name="Google Shape;1957;p42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8" name="Google Shape;1958;p42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9" name="Google Shape;1959;p42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0" name="Google Shape;1960;p42"/>
          <p:cNvCxnSpPr/>
          <p:nvPr/>
        </p:nvCxnSpPr>
        <p:spPr>
          <a:xfrm>
            <a:off x="5943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1" name="Google Shape;1961;p42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2" name="Google Shape;1962;p42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3" name="Google Shape;1963;p42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4" name="Google Shape;1964;p42"/>
          <p:cNvCxnSpPr/>
          <p:nvPr/>
        </p:nvCxnSpPr>
        <p:spPr>
          <a:xfrm>
            <a:off x="7772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5" name="Google Shape;1965;p42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6" name="Google Shape;1966;p42"/>
          <p:cNvCxnSpPr/>
          <p:nvPr/>
        </p:nvCxnSpPr>
        <p:spPr>
          <a:xfrm>
            <a:off x="8686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7" name="Google Shape;1967;p42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8" name="Google Shape;1968;p42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9" name="Google Shape;1969;p42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0" name="Google Shape;1970;p42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1" name="Google Shape;1971;p42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2" name="Google Shape;1972;p42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3" name="Google Shape;1973;p42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4" name="Google Shape;1974;p42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5" name="Google Shape;1975;p42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6" name="Google Shape;1976;p42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7" name="Google Shape;1977;p42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8" name="Google Shape;1978;p42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9" name="Google Shape;1979;p42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0" name="Google Shape;1980;p42"/>
          <p:cNvSpPr/>
          <p:nvPr/>
        </p:nvSpPr>
        <p:spPr>
          <a:xfrm>
            <a:off x="0" y="171451"/>
            <a:ext cx="12573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42"/>
          <p:cNvSpPr/>
          <p:nvPr/>
        </p:nvSpPr>
        <p:spPr>
          <a:xfrm>
            <a:off x="0" y="342901"/>
            <a:ext cx="6858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42"/>
          <p:cNvSpPr/>
          <p:nvPr/>
        </p:nvSpPr>
        <p:spPr>
          <a:xfrm>
            <a:off x="8572500" y="4648200"/>
            <a:ext cx="361950" cy="361950"/>
          </a:xfrm>
          <a:prstGeom prst="ellipse">
            <a:avLst/>
          </a:prstGeom>
          <a:solidFill>
            <a:srgbClr val="305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42"/>
          <p:cNvSpPr/>
          <p:nvPr/>
        </p:nvSpPr>
        <p:spPr>
          <a:xfrm>
            <a:off x="8667750" y="4743450"/>
            <a:ext cx="171450" cy="171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4" name="Google Shape;1984;p42"/>
          <p:cNvSpPr txBox="1"/>
          <p:nvPr/>
        </p:nvSpPr>
        <p:spPr>
          <a:xfrm>
            <a:off x="1907700" y="57000"/>
            <a:ext cx="567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" sz="20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Выбросы и аномалии</a:t>
            </a:r>
            <a:endParaRPr b="1" i="0" sz="20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5" name="Google Shape;198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475" y="728150"/>
            <a:ext cx="6836298" cy="2892274"/>
          </a:xfrm>
          <a:prstGeom prst="rect">
            <a:avLst/>
          </a:prstGeom>
          <a:noFill/>
          <a:ln>
            <a:noFill/>
          </a:ln>
        </p:spPr>
      </p:pic>
      <p:sp>
        <p:nvSpPr>
          <p:cNvPr id="1986" name="Google Shape;1986;p42"/>
          <p:cNvSpPr/>
          <p:nvPr/>
        </p:nvSpPr>
        <p:spPr>
          <a:xfrm>
            <a:off x="236575" y="3784604"/>
            <a:ext cx="7140000" cy="1225500"/>
          </a:xfrm>
          <a:prstGeom prst="roundRect">
            <a:avLst>
              <a:gd fmla="val 16667" name="adj"/>
            </a:avLst>
          </a:prstGeom>
          <a:solidFill>
            <a:srgbClr val="F8DEC4"/>
          </a:solidFill>
          <a:ln cap="flat" cmpd="sng" w="15225">
            <a:solidFill>
              <a:srgbClr val="F0A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273E84"/>
                </a:solidFill>
              </a:rPr>
              <a:t>Выброс — это повод для проверки, а не автоматическое основание удалить строку. Решения принимались после проверки бизнес-смысла показателя. </a:t>
            </a:r>
            <a:endParaRPr b="1" sz="1300">
              <a:solidFill>
                <a:srgbClr val="273E8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ru" sz="1300">
                <a:solidFill>
                  <a:srgbClr val="273E84"/>
                </a:solidFill>
              </a:rPr>
              <a:t>Длинные звонки могут быть консультациями, крупные платежи — реальными продажами, а экстремальный SLA — сигналом о качестве CRM.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87" name="Google Shape;1987;p42"/>
          <p:cNvSpPr/>
          <p:nvPr/>
        </p:nvSpPr>
        <p:spPr>
          <a:xfrm>
            <a:off x="7326425" y="1045725"/>
            <a:ext cx="1662900" cy="190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273E84"/>
                </a:solidFill>
              </a:rPr>
              <a:t>Инструменты проверки:</a:t>
            </a:r>
            <a:endParaRPr b="1" sz="1500">
              <a:solidFill>
                <a:srgbClr val="273E8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• boxplot</a:t>
            </a:r>
            <a:endParaRPr sz="1200">
              <a:solidFill>
                <a:srgbClr val="273E8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• IQR, k = 1.5</a:t>
            </a:r>
            <a:endParaRPr sz="1200">
              <a:solidFill>
                <a:srgbClr val="273E8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273E84"/>
                </a:solidFill>
              </a:rPr>
              <a:t>• проверка бизнес-смысла</a:t>
            </a:r>
            <a:endParaRPr sz="1200">
              <a:solidFill>
                <a:srgbClr val="273E8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273E8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43"/>
          <p:cNvSpPr txBox="1"/>
          <p:nvPr>
            <p:ph type="ctrTitle"/>
          </p:nvPr>
        </p:nvSpPr>
        <p:spPr>
          <a:xfrm>
            <a:off x="2616600" y="394575"/>
            <a:ext cx="39108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ru" sz="3600"/>
              <a:t>Данные и очистка </a:t>
            </a:r>
            <a:endParaRPr/>
          </a:p>
        </p:txBody>
      </p:sp>
      <p:grpSp>
        <p:nvGrpSpPr>
          <p:cNvPr id="1993" name="Google Shape;1993;p43"/>
          <p:cNvGrpSpPr/>
          <p:nvPr/>
        </p:nvGrpSpPr>
        <p:grpSpPr>
          <a:xfrm>
            <a:off x="1896396" y="1402835"/>
            <a:ext cx="5351205" cy="2941942"/>
            <a:chOff x="2528775" y="2725725"/>
            <a:chExt cx="4086449" cy="1878275"/>
          </a:xfrm>
        </p:grpSpPr>
        <p:sp>
          <p:nvSpPr>
            <p:cNvPr id="1994" name="Google Shape;1994;p43"/>
            <p:cNvSpPr/>
            <p:nvPr/>
          </p:nvSpPr>
          <p:spPr>
            <a:xfrm>
              <a:off x="3044068" y="3010514"/>
              <a:ext cx="2425211" cy="1195697"/>
            </a:xfrm>
            <a:custGeom>
              <a:rect b="b" l="l" r="r" t="t"/>
              <a:pathLst>
                <a:path extrusionOk="0" h="13259" w="26893">
                  <a:moveTo>
                    <a:pt x="0" y="0"/>
                  </a:moveTo>
                  <a:lnTo>
                    <a:pt x="777" y="13258"/>
                  </a:lnTo>
                  <a:lnTo>
                    <a:pt x="26116" y="13258"/>
                  </a:lnTo>
                  <a:lnTo>
                    <a:pt x="268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43"/>
            <p:cNvSpPr/>
            <p:nvPr/>
          </p:nvSpPr>
          <p:spPr>
            <a:xfrm>
              <a:off x="3032795" y="2899773"/>
              <a:ext cx="1152771" cy="549286"/>
            </a:xfrm>
            <a:custGeom>
              <a:rect b="b" l="l" r="r" t="t"/>
              <a:pathLst>
                <a:path extrusionOk="0" h="6091" w="12783">
                  <a:moveTo>
                    <a:pt x="0" y="0"/>
                  </a:moveTo>
                  <a:lnTo>
                    <a:pt x="351" y="6090"/>
                  </a:lnTo>
                  <a:lnTo>
                    <a:pt x="8972" y="6015"/>
                  </a:lnTo>
                  <a:cubicBezTo>
                    <a:pt x="11078" y="6015"/>
                    <a:pt x="12782" y="4662"/>
                    <a:pt x="12782" y="3008"/>
                  </a:cubicBezTo>
                  <a:cubicBezTo>
                    <a:pt x="12782" y="1353"/>
                    <a:pt x="11078" y="0"/>
                    <a:pt x="89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43"/>
            <p:cNvSpPr/>
            <p:nvPr/>
          </p:nvSpPr>
          <p:spPr>
            <a:xfrm>
              <a:off x="3098266" y="3139292"/>
              <a:ext cx="2316814" cy="944816"/>
            </a:xfrm>
            <a:custGeom>
              <a:rect b="b" l="l" r="r" t="t"/>
              <a:pathLst>
                <a:path extrusionOk="0" h="10477" w="25691">
                  <a:moveTo>
                    <a:pt x="1" y="1"/>
                  </a:moveTo>
                  <a:lnTo>
                    <a:pt x="1" y="10477"/>
                  </a:lnTo>
                  <a:lnTo>
                    <a:pt x="25690" y="10477"/>
                  </a:lnTo>
                  <a:lnTo>
                    <a:pt x="256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43"/>
            <p:cNvSpPr/>
            <p:nvPr/>
          </p:nvSpPr>
          <p:spPr>
            <a:xfrm>
              <a:off x="3263297" y="3175454"/>
              <a:ext cx="2242145" cy="960688"/>
            </a:xfrm>
            <a:custGeom>
              <a:rect b="b" l="l" r="r" t="t"/>
              <a:pathLst>
                <a:path extrusionOk="0" h="10653" w="24863">
                  <a:moveTo>
                    <a:pt x="24863" y="1"/>
                  </a:moveTo>
                  <a:lnTo>
                    <a:pt x="0" y="176"/>
                  </a:lnTo>
                  <a:lnTo>
                    <a:pt x="0" y="10652"/>
                  </a:lnTo>
                  <a:lnTo>
                    <a:pt x="24186" y="10652"/>
                  </a:lnTo>
                  <a:lnTo>
                    <a:pt x="24863" y="1"/>
                  </a:lnTo>
                  <a:close/>
                </a:path>
              </a:pathLst>
            </a:custGeom>
            <a:solidFill>
              <a:srgbClr val="D0C6E8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43"/>
            <p:cNvSpPr/>
            <p:nvPr/>
          </p:nvSpPr>
          <p:spPr>
            <a:xfrm>
              <a:off x="3145792" y="3082839"/>
              <a:ext cx="2271544" cy="944816"/>
            </a:xfrm>
            <a:custGeom>
              <a:rect b="b" l="l" r="r" t="t"/>
              <a:pathLst>
                <a:path extrusionOk="0" h="10477" w="25189">
                  <a:moveTo>
                    <a:pt x="0" y="0"/>
                  </a:moveTo>
                  <a:lnTo>
                    <a:pt x="0" y="10476"/>
                  </a:lnTo>
                  <a:lnTo>
                    <a:pt x="25188" y="10476"/>
                  </a:lnTo>
                  <a:lnTo>
                    <a:pt x="251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43"/>
            <p:cNvSpPr/>
            <p:nvPr/>
          </p:nvSpPr>
          <p:spPr>
            <a:xfrm>
              <a:off x="3059849" y="2795795"/>
              <a:ext cx="2443337" cy="1518902"/>
            </a:xfrm>
            <a:custGeom>
              <a:rect b="b" l="l" r="r" t="t"/>
              <a:pathLst>
                <a:path extrusionOk="0" h="16843" w="27094">
                  <a:moveTo>
                    <a:pt x="2808" y="0"/>
                  </a:moveTo>
                  <a:lnTo>
                    <a:pt x="1" y="10100"/>
                  </a:lnTo>
                  <a:lnTo>
                    <a:pt x="24287" y="16842"/>
                  </a:lnTo>
                  <a:lnTo>
                    <a:pt x="27094" y="6742"/>
                  </a:lnTo>
                  <a:lnTo>
                    <a:pt x="28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43"/>
            <p:cNvSpPr/>
            <p:nvPr/>
          </p:nvSpPr>
          <p:spPr>
            <a:xfrm>
              <a:off x="3233898" y="3191326"/>
              <a:ext cx="2167566" cy="944816"/>
            </a:xfrm>
            <a:custGeom>
              <a:rect b="b" l="l" r="r" t="t"/>
              <a:pathLst>
                <a:path extrusionOk="0" h="10477" w="24036">
                  <a:moveTo>
                    <a:pt x="1" y="0"/>
                  </a:moveTo>
                  <a:lnTo>
                    <a:pt x="1" y="10476"/>
                  </a:lnTo>
                  <a:lnTo>
                    <a:pt x="24036" y="10476"/>
                  </a:lnTo>
                  <a:lnTo>
                    <a:pt x="240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43"/>
            <p:cNvSpPr/>
            <p:nvPr/>
          </p:nvSpPr>
          <p:spPr>
            <a:xfrm>
              <a:off x="2964979" y="3114402"/>
              <a:ext cx="2540461" cy="1417269"/>
            </a:xfrm>
            <a:custGeom>
              <a:rect b="b" l="l" r="r" t="t"/>
              <a:pathLst>
                <a:path extrusionOk="0" h="15716" w="28171">
                  <a:moveTo>
                    <a:pt x="18822" y="1"/>
                  </a:moveTo>
                  <a:cubicBezTo>
                    <a:pt x="16867" y="1"/>
                    <a:pt x="15263" y="1054"/>
                    <a:pt x="14912" y="2432"/>
                  </a:cubicBezTo>
                  <a:lnTo>
                    <a:pt x="0" y="2432"/>
                  </a:lnTo>
                  <a:lnTo>
                    <a:pt x="802" y="15715"/>
                  </a:lnTo>
                  <a:lnTo>
                    <a:pt x="27243" y="15715"/>
                  </a:lnTo>
                  <a:lnTo>
                    <a:pt x="27820" y="6091"/>
                  </a:lnTo>
                  <a:lnTo>
                    <a:pt x="28045" y="2432"/>
                  </a:lnTo>
                  <a:lnTo>
                    <a:pt x="281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43"/>
            <p:cNvSpPr/>
            <p:nvPr/>
          </p:nvSpPr>
          <p:spPr>
            <a:xfrm>
              <a:off x="6583481" y="3433099"/>
              <a:ext cx="31743" cy="45361"/>
            </a:xfrm>
            <a:custGeom>
              <a:rect b="b" l="l" r="r" t="t"/>
              <a:pathLst>
                <a:path extrusionOk="0" h="503" w="352">
                  <a:moveTo>
                    <a:pt x="1" y="1"/>
                  </a:moveTo>
                  <a:lnTo>
                    <a:pt x="1" y="502"/>
                  </a:lnTo>
                  <a:lnTo>
                    <a:pt x="352" y="50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43"/>
            <p:cNvSpPr/>
            <p:nvPr/>
          </p:nvSpPr>
          <p:spPr>
            <a:xfrm>
              <a:off x="6583481" y="3500915"/>
              <a:ext cx="31743" cy="45270"/>
            </a:xfrm>
            <a:custGeom>
              <a:rect b="b" l="l" r="r" t="t"/>
              <a:pathLst>
                <a:path extrusionOk="0" h="502" w="352">
                  <a:moveTo>
                    <a:pt x="1" y="1"/>
                  </a:moveTo>
                  <a:lnTo>
                    <a:pt x="1" y="502"/>
                  </a:lnTo>
                  <a:lnTo>
                    <a:pt x="352" y="50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43"/>
            <p:cNvSpPr/>
            <p:nvPr/>
          </p:nvSpPr>
          <p:spPr>
            <a:xfrm>
              <a:off x="6583481" y="3568730"/>
              <a:ext cx="31743" cy="45270"/>
            </a:xfrm>
            <a:custGeom>
              <a:rect b="b" l="l" r="r" t="t"/>
              <a:pathLst>
                <a:path extrusionOk="0" h="502" w="352">
                  <a:moveTo>
                    <a:pt x="1" y="1"/>
                  </a:moveTo>
                  <a:lnTo>
                    <a:pt x="1" y="502"/>
                  </a:lnTo>
                  <a:lnTo>
                    <a:pt x="352" y="50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43"/>
            <p:cNvSpPr/>
            <p:nvPr/>
          </p:nvSpPr>
          <p:spPr>
            <a:xfrm>
              <a:off x="6583481" y="3634291"/>
              <a:ext cx="31743" cy="45270"/>
            </a:xfrm>
            <a:custGeom>
              <a:rect b="b" l="l" r="r" t="t"/>
              <a:pathLst>
                <a:path extrusionOk="0" h="502" w="352">
                  <a:moveTo>
                    <a:pt x="1" y="0"/>
                  </a:moveTo>
                  <a:lnTo>
                    <a:pt x="1" y="502"/>
                  </a:lnTo>
                  <a:lnTo>
                    <a:pt x="352" y="502"/>
                  </a:lnTo>
                  <a:lnTo>
                    <a:pt x="3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43"/>
            <p:cNvSpPr/>
            <p:nvPr/>
          </p:nvSpPr>
          <p:spPr>
            <a:xfrm>
              <a:off x="6583481" y="3702107"/>
              <a:ext cx="31743" cy="45270"/>
            </a:xfrm>
            <a:custGeom>
              <a:rect b="b" l="l" r="r" t="t"/>
              <a:pathLst>
                <a:path extrusionOk="0" h="502" w="352">
                  <a:moveTo>
                    <a:pt x="1" y="0"/>
                  </a:moveTo>
                  <a:lnTo>
                    <a:pt x="1" y="502"/>
                  </a:lnTo>
                  <a:lnTo>
                    <a:pt x="352" y="502"/>
                  </a:lnTo>
                  <a:lnTo>
                    <a:pt x="3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43"/>
            <p:cNvSpPr/>
            <p:nvPr/>
          </p:nvSpPr>
          <p:spPr>
            <a:xfrm>
              <a:off x="6583481" y="3769923"/>
              <a:ext cx="31743" cy="45270"/>
            </a:xfrm>
            <a:custGeom>
              <a:rect b="b" l="l" r="r" t="t"/>
              <a:pathLst>
                <a:path extrusionOk="0" h="502" w="352">
                  <a:moveTo>
                    <a:pt x="1" y="0"/>
                  </a:moveTo>
                  <a:lnTo>
                    <a:pt x="1" y="501"/>
                  </a:lnTo>
                  <a:lnTo>
                    <a:pt x="352" y="501"/>
                  </a:lnTo>
                  <a:lnTo>
                    <a:pt x="3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43"/>
            <p:cNvSpPr/>
            <p:nvPr/>
          </p:nvSpPr>
          <p:spPr>
            <a:xfrm>
              <a:off x="6583481" y="3837738"/>
              <a:ext cx="31743" cy="45270"/>
            </a:xfrm>
            <a:custGeom>
              <a:rect b="b" l="l" r="r" t="t"/>
              <a:pathLst>
                <a:path extrusionOk="0" h="502" w="352">
                  <a:moveTo>
                    <a:pt x="1" y="0"/>
                  </a:moveTo>
                  <a:lnTo>
                    <a:pt x="1" y="501"/>
                  </a:lnTo>
                  <a:lnTo>
                    <a:pt x="352" y="501"/>
                  </a:lnTo>
                  <a:lnTo>
                    <a:pt x="3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43"/>
            <p:cNvSpPr/>
            <p:nvPr/>
          </p:nvSpPr>
          <p:spPr>
            <a:xfrm>
              <a:off x="2528775" y="3548440"/>
              <a:ext cx="754897" cy="120210"/>
            </a:xfrm>
            <a:custGeom>
              <a:rect b="b" l="l" r="r" t="t"/>
              <a:pathLst>
                <a:path extrusionOk="0" h="1333" w="8371">
                  <a:moveTo>
                    <a:pt x="175" y="0"/>
                  </a:moveTo>
                  <a:lnTo>
                    <a:pt x="0" y="150"/>
                  </a:lnTo>
                  <a:lnTo>
                    <a:pt x="702" y="927"/>
                  </a:lnTo>
                  <a:cubicBezTo>
                    <a:pt x="851" y="1104"/>
                    <a:pt x="1074" y="1192"/>
                    <a:pt x="1299" y="1192"/>
                  </a:cubicBezTo>
                  <a:cubicBezTo>
                    <a:pt x="1489" y="1192"/>
                    <a:pt x="1680" y="1129"/>
                    <a:pt x="1830" y="1003"/>
                  </a:cubicBezTo>
                  <a:lnTo>
                    <a:pt x="2456" y="451"/>
                  </a:lnTo>
                  <a:cubicBezTo>
                    <a:pt x="2539" y="368"/>
                    <a:pt x="2657" y="319"/>
                    <a:pt x="2780" y="319"/>
                  </a:cubicBezTo>
                  <a:cubicBezTo>
                    <a:pt x="2806" y="319"/>
                    <a:pt x="2831" y="322"/>
                    <a:pt x="2857" y="326"/>
                  </a:cubicBezTo>
                  <a:cubicBezTo>
                    <a:pt x="3008" y="326"/>
                    <a:pt x="3158" y="401"/>
                    <a:pt x="3233" y="501"/>
                  </a:cubicBezTo>
                  <a:lnTo>
                    <a:pt x="3684" y="1028"/>
                  </a:lnTo>
                  <a:cubicBezTo>
                    <a:pt x="3835" y="1203"/>
                    <a:pt x="4035" y="1278"/>
                    <a:pt x="4261" y="1303"/>
                  </a:cubicBezTo>
                  <a:cubicBezTo>
                    <a:pt x="4461" y="1303"/>
                    <a:pt x="4687" y="1253"/>
                    <a:pt x="4837" y="1103"/>
                  </a:cubicBezTo>
                  <a:lnTo>
                    <a:pt x="5389" y="602"/>
                  </a:lnTo>
                  <a:cubicBezTo>
                    <a:pt x="5514" y="501"/>
                    <a:pt x="5664" y="451"/>
                    <a:pt x="5815" y="451"/>
                  </a:cubicBezTo>
                  <a:cubicBezTo>
                    <a:pt x="5965" y="476"/>
                    <a:pt x="6115" y="551"/>
                    <a:pt x="6216" y="677"/>
                  </a:cubicBezTo>
                  <a:lnTo>
                    <a:pt x="6491" y="1028"/>
                  </a:lnTo>
                  <a:cubicBezTo>
                    <a:pt x="6642" y="1203"/>
                    <a:pt x="6842" y="1328"/>
                    <a:pt x="7093" y="1328"/>
                  </a:cubicBezTo>
                  <a:cubicBezTo>
                    <a:pt x="7116" y="1331"/>
                    <a:pt x="7139" y="1332"/>
                    <a:pt x="7162" y="1332"/>
                  </a:cubicBezTo>
                  <a:cubicBezTo>
                    <a:pt x="7364" y="1332"/>
                    <a:pt x="7559" y="1235"/>
                    <a:pt x="7694" y="1078"/>
                  </a:cubicBezTo>
                  <a:lnTo>
                    <a:pt x="8371" y="376"/>
                  </a:lnTo>
                  <a:lnTo>
                    <a:pt x="8196" y="201"/>
                  </a:lnTo>
                  <a:lnTo>
                    <a:pt x="7519" y="902"/>
                  </a:lnTo>
                  <a:cubicBezTo>
                    <a:pt x="7419" y="1028"/>
                    <a:pt x="7268" y="1103"/>
                    <a:pt x="7093" y="1103"/>
                  </a:cubicBezTo>
                  <a:cubicBezTo>
                    <a:pt x="6917" y="1078"/>
                    <a:pt x="6767" y="1003"/>
                    <a:pt x="6667" y="877"/>
                  </a:cubicBezTo>
                  <a:lnTo>
                    <a:pt x="6391" y="526"/>
                  </a:lnTo>
                  <a:cubicBezTo>
                    <a:pt x="6266" y="351"/>
                    <a:pt x="6065" y="251"/>
                    <a:pt x="5840" y="226"/>
                  </a:cubicBezTo>
                  <a:cubicBezTo>
                    <a:pt x="5811" y="222"/>
                    <a:pt x="5782" y="221"/>
                    <a:pt x="5754" y="221"/>
                  </a:cubicBezTo>
                  <a:cubicBezTo>
                    <a:pt x="5558" y="221"/>
                    <a:pt x="5366" y="295"/>
                    <a:pt x="5213" y="426"/>
                  </a:cubicBezTo>
                  <a:lnTo>
                    <a:pt x="4687" y="927"/>
                  </a:lnTo>
                  <a:cubicBezTo>
                    <a:pt x="4583" y="1010"/>
                    <a:pt x="4462" y="1059"/>
                    <a:pt x="4338" y="1059"/>
                  </a:cubicBezTo>
                  <a:cubicBezTo>
                    <a:pt x="4312" y="1059"/>
                    <a:pt x="4286" y="1057"/>
                    <a:pt x="4261" y="1053"/>
                  </a:cubicBezTo>
                  <a:cubicBezTo>
                    <a:pt x="4110" y="1053"/>
                    <a:pt x="3985" y="977"/>
                    <a:pt x="3885" y="877"/>
                  </a:cubicBezTo>
                  <a:lnTo>
                    <a:pt x="3434" y="351"/>
                  </a:lnTo>
                  <a:cubicBezTo>
                    <a:pt x="3283" y="175"/>
                    <a:pt x="3083" y="100"/>
                    <a:pt x="2882" y="75"/>
                  </a:cubicBezTo>
                  <a:cubicBezTo>
                    <a:pt x="2854" y="72"/>
                    <a:pt x="2825" y="70"/>
                    <a:pt x="2797" y="70"/>
                  </a:cubicBezTo>
                  <a:cubicBezTo>
                    <a:pt x="2606" y="70"/>
                    <a:pt x="2434" y="144"/>
                    <a:pt x="2281" y="276"/>
                  </a:cubicBezTo>
                  <a:lnTo>
                    <a:pt x="1654" y="827"/>
                  </a:lnTo>
                  <a:cubicBezTo>
                    <a:pt x="1551" y="919"/>
                    <a:pt x="1422" y="963"/>
                    <a:pt x="1294" y="963"/>
                  </a:cubicBezTo>
                  <a:cubicBezTo>
                    <a:pt x="1140" y="963"/>
                    <a:pt x="986" y="900"/>
                    <a:pt x="877" y="777"/>
                  </a:cubicBezTo>
                  <a:lnTo>
                    <a:pt x="1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43"/>
            <p:cNvSpPr/>
            <p:nvPr/>
          </p:nvSpPr>
          <p:spPr>
            <a:xfrm>
              <a:off x="4235175" y="3453480"/>
              <a:ext cx="594467" cy="1078192"/>
            </a:xfrm>
            <a:custGeom>
              <a:rect b="b" l="l" r="r" t="t"/>
              <a:pathLst>
                <a:path extrusionOk="0" h="11956" w="6592">
                  <a:moveTo>
                    <a:pt x="3284" y="0"/>
                  </a:moveTo>
                  <a:lnTo>
                    <a:pt x="0" y="11955"/>
                  </a:lnTo>
                  <a:lnTo>
                    <a:pt x="6592" y="11955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43"/>
            <p:cNvSpPr/>
            <p:nvPr/>
          </p:nvSpPr>
          <p:spPr>
            <a:xfrm>
              <a:off x="3640704" y="4262577"/>
              <a:ext cx="594557" cy="269097"/>
            </a:xfrm>
            <a:custGeom>
              <a:rect b="b" l="l" r="r" t="t"/>
              <a:pathLst>
                <a:path extrusionOk="0" h="2984" w="6593">
                  <a:moveTo>
                    <a:pt x="3284" y="1"/>
                  </a:moveTo>
                  <a:lnTo>
                    <a:pt x="1" y="2983"/>
                  </a:lnTo>
                  <a:lnTo>
                    <a:pt x="6592" y="2983"/>
                  </a:lnTo>
                  <a:lnTo>
                    <a:pt x="32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43"/>
            <p:cNvSpPr/>
            <p:nvPr/>
          </p:nvSpPr>
          <p:spPr>
            <a:xfrm>
              <a:off x="4820538" y="3830884"/>
              <a:ext cx="594557" cy="700789"/>
            </a:xfrm>
            <a:custGeom>
              <a:rect b="b" l="l" r="r" t="t"/>
              <a:pathLst>
                <a:path extrusionOk="0" h="7771" w="6593">
                  <a:moveTo>
                    <a:pt x="3309" y="1"/>
                  </a:moveTo>
                  <a:lnTo>
                    <a:pt x="1" y="7770"/>
                  </a:lnTo>
                  <a:lnTo>
                    <a:pt x="6592" y="7770"/>
                  </a:lnTo>
                  <a:lnTo>
                    <a:pt x="33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43"/>
            <p:cNvSpPr/>
            <p:nvPr/>
          </p:nvSpPr>
          <p:spPr>
            <a:xfrm>
              <a:off x="6004882" y="3991405"/>
              <a:ext cx="594557" cy="540268"/>
            </a:xfrm>
            <a:custGeom>
              <a:rect b="b" l="l" r="r" t="t"/>
              <a:pathLst>
                <a:path extrusionOk="0" h="5991" w="6593">
                  <a:moveTo>
                    <a:pt x="3309" y="0"/>
                  </a:moveTo>
                  <a:lnTo>
                    <a:pt x="1" y="5990"/>
                  </a:lnTo>
                  <a:lnTo>
                    <a:pt x="6592" y="5990"/>
                  </a:lnTo>
                  <a:lnTo>
                    <a:pt x="33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43"/>
            <p:cNvSpPr/>
            <p:nvPr/>
          </p:nvSpPr>
          <p:spPr>
            <a:xfrm>
              <a:off x="5410501" y="3659181"/>
              <a:ext cx="594467" cy="872492"/>
            </a:xfrm>
            <a:custGeom>
              <a:rect b="b" l="l" r="r" t="t"/>
              <a:pathLst>
                <a:path extrusionOk="0" h="9675" w="6592">
                  <a:moveTo>
                    <a:pt x="3308" y="0"/>
                  </a:moveTo>
                  <a:lnTo>
                    <a:pt x="0" y="9674"/>
                  </a:lnTo>
                  <a:lnTo>
                    <a:pt x="6592" y="9674"/>
                  </a:lnTo>
                  <a:lnTo>
                    <a:pt x="33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43"/>
            <p:cNvSpPr/>
            <p:nvPr/>
          </p:nvSpPr>
          <p:spPr>
            <a:xfrm>
              <a:off x="3618158" y="3207107"/>
              <a:ext cx="2445591" cy="845438"/>
            </a:xfrm>
            <a:custGeom>
              <a:rect b="b" l="l" r="r" t="t"/>
              <a:pathLst>
                <a:path extrusionOk="0" h="9375" w="27119">
                  <a:moveTo>
                    <a:pt x="9950" y="1"/>
                  </a:moveTo>
                  <a:lnTo>
                    <a:pt x="6191" y="8798"/>
                  </a:lnTo>
                  <a:lnTo>
                    <a:pt x="2782" y="6943"/>
                  </a:lnTo>
                  <a:lnTo>
                    <a:pt x="0" y="8898"/>
                  </a:lnTo>
                  <a:lnTo>
                    <a:pt x="226" y="9249"/>
                  </a:lnTo>
                  <a:lnTo>
                    <a:pt x="2807" y="7419"/>
                  </a:lnTo>
                  <a:lnTo>
                    <a:pt x="6391" y="9374"/>
                  </a:lnTo>
                  <a:lnTo>
                    <a:pt x="9975" y="978"/>
                  </a:lnTo>
                  <a:lnTo>
                    <a:pt x="12983" y="6868"/>
                  </a:lnTo>
                  <a:lnTo>
                    <a:pt x="16943" y="2056"/>
                  </a:lnTo>
                  <a:lnTo>
                    <a:pt x="20702" y="6341"/>
                  </a:lnTo>
                  <a:lnTo>
                    <a:pt x="23158" y="3459"/>
                  </a:lnTo>
                  <a:lnTo>
                    <a:pt x="26792" y="8597"/>
                  </a:lnTo>
                  <a:lnTo>
                    <a:pt x="27118" y="8372"/>
                  </a:lnTo>
                  <a:lnTo>
                    <a:pt x="23183" y="2783"/>
                  </a:lnTo>
                  <a:lnTo>
                    <a:pt x="20702" y="5715"/>
                  </a:lnTo>
                  <a:lnTo>
                    <a:pt x="16918" y="1429"/>
                  </a:lnTo>
                  <a:lnTo>
                    <a:pt x="13058" y="6116"/>
                  </a:lnTo>
                  <a:lnTo>
                    <a:pt x="99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43"/>
            <p:cNvSpPr/>
            <p:nvPr/>
          </p:nvSpPr>
          <p:spPr>
            <a:xfrm>
              <a:off x="5998118" y="3898700"/>
              <a:ext cx="101813" cy="101813"/>
            </a:xfrm>
            <a:custGeom>
              <a:rect b="b" l="l" r="r" t="t"/>
              <a:pathLst>
                <a:path extrusionOk="0" h="1129" w="1129">
                  <a:moveTo>
                    <a:pt x="552" y="1"/>
                  </a:moveTo>
                  <a:cubicBezTo>
                    <a:pt x="251" y="1"/>
                    <a:pt x="0" y="251"/>
                    <a:pt x="0" y="577"/>
                  </a:cubicBezTo>
                  <a:cubicBezTo>
                    <a:pt x="0" y="878"/>
                    <a:pt x="251" y="1129"/>
                    <a:pt x="552" y="1129"/>
                  </a:cubicBezTo>
                  <a:cubicBezTo>
                    <a:pt x="878" y="1129"/>
                    <a:pt x="1128" y="878"/>
                    <a:pt x="1128" y="577"/>
                  </a:cubicBezTo>
                  <a:cubicBezTo>
                    <a:pt x="1128" y="251"/>
                    <a:pt x="878" y="1"/>
                    <a:pt x="5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43"/>
            <p:cNvSpPr/>
            <p:nvPr/>
          </p:nvSpPr>
          <p:spPr>
            <a:xfrm>
              <a:off x="5433046" y="3699852"/>
              <a:ext cx="101813" cy="101813"/>
            </a:xfrm>
            <a:custGeom>
              <a:rect b="b" l="l" r="r" t="t"/>
              <a:pathLst>
                <a:path extrusionOk="0" h="1129" w="1129">
                  <a:moveTo>
                    <a:pt x="577" y="0"/>
                  </a:moveTo>
                  <a:cubicBezTo>
                    <a:pt x="251" y="0"/>
                    <a:pt x="1" y="251"/>
                    <a:pt x="1" y="552"/>
                  </a:cubicBezTo>
                  <a:cubicBezTo>
                    <a:pt x="1" y="877"/>
                    <a:pt x="251" y="1128"/>
                    <a:pt x="577" y="1128"/>
                  </a:cubicBezTo>
                  <a:cubicBezTo>
                    <a:pt x="878" y="1128"/>
                    <a:pt x="1129" y="877"/>
                    <a:pt x="1129" y="552"/>
                  </a:cubicBezTo>
                  <a:cubicBezTo>
                    <a:pt x="1129" y="251"/>
                    <a:pt x="878" y="0"/>
                    <a:pt x="5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43"/>
            <p:cNvSpPr/>
            <p:nvPr/>
          </p:nvSpPr>
          <p:spPr>
            <a:xfrm>
              <a:off x="5656784" y="3448971"/>
              <a:ext cx="101813" cy="101813"/>
            </a:xfrm>
            <a:custGeom>
              <a:rect b="b" l="l" r="r" t="t"/>
              <a:pathLst>
                <a:path extrusionOk="0" h="1129" w="1129">
                  <a:moveTo>
                    <a:pt x="577" y="0"/>
                  </a:moveTo>
                  <a:cubicBezTo>
                    <a:pt x="252" y="0"/>
                    <a:pt x="1" y="251"/>
                    <a:pt x="1" y="577"/>
                  </a:cubicBezTo>
                  <a:cubicBezTo>
                    <a:pt x="1" y="877"/>
                    <a:pt x="252" y="1128"/>
                    <a:pt x="577" y="1128"/>
                  </a:cubicBezTo>
                  <a:cubicBezTo>
                    <a:pt x="878" y="1128"/>
                    <a:pt x="1129" y="877"/>
                    <a:pt x="1129" y="577"/>
                  </a:cubicBezTo>
                  <a:cubicBezTo>
                    <a:pt x="1129" y="251"/>
                    <a:pt x="878" y="0"/>
                    <a:pt x="5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43"/>
            <p:cNvSpPr/>
            <p:nvPr/>
          </p:nvSpPr>
          <p:spPr>
            <a:xfrm>
              <a:off x="5094056" y="3313340"/>
              <a:ext cx="101813" cy="101813"/>
            </a:xfrm>
            <a:custGeom>
              <a:rect b="b" l="l" r="r" t="t"/>
              <a:pathLst>
                <a:path extrusionOk="0" h="1129" w="1129">
                  <a:moveTo>
                    <a:pt x="552" y="1"/>
                  </a:moveTo>
                  <a:cubicBezTo>
                    <a:pt x="251" y="1"/>
                    <a:pt x="0" y="251"/>
                    <a:pt x="0" y="577"/>
                  </a:cubicBezTo>
                  <a:cubicBezTo>
                    <a:pt x="0" y="878"/>
                    <a:pt x="251" y="1128"/>
                    <a:pt x="552" y="1128"/>
                  </a:cubicBezTo>
                  <a:cubicBezTo>
                    <a:pt x="877" y="1128"/>
                    <a:pt x="1128" y="878"/>
                    <a:pt x="1128" y="577"/>
                  </a:cubicBezTo>
                  <a:cubicBezTo>
                    <a:pt x="1128" y="251"/>
                    <a:pt x="877" y="1"/>
                    <a:pt x="5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43"/>
            <p:cNvSpPr/>
            <p:nvPr/>
          </p:nvSpPr>
          <p:spPr>
            <a:xfrm>
              <a:off x="4754977" y="3726997"/>
              <a:ext cx="101813" cy="101723"/>
            </a:xfrm>
            <a:custGeom>
              <a:rect b="b" l="l" r="r" t="t"/>
              <a:pathLst>
                <a:path extrusionOk="0" h="1128" w="1129">
                  <a:moveTo>
                    <a:pt x="552" y="0"/>
                  </a:moveTo>
                  <a:cubicBezTo>
                    <a:pt x="251" y="0"/>
                    <a:pt x="1" y="276"/>
                    <a:pt x="1" y="576"/>
                  </a:cubicBezTo>
                  <a:cubicBezTo>
                    <a:pt x="1" y="877"/>
                    <a:pt x="251" y="1128"/>
                    <a:pt x="552" y="1128"/>
                  </a:cubicBezTo>
                  <a:cubicBezTo>
                    <a:pt x="878" y="1128"/>
                    <a:pt x="1129" y="877"/>
                    <a:pt x="1129" y="576"/>
                  </a:cubicBezTo>
                  <a:cubicBezTo>
                    <a:pt x="1129" y="276"/>
                    <a:pt x="878" y="0"/>
                    <a:pt x="5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43"/>
            <p:cNvSpPr/>
            <p:nvPr/>
          </p:nvSpPr>
          <p:spPr>
            <a:xfrm>
              <a:off x="4467931" y="3191326"/>
              <a:ext cx="99559" cy="101723"/>
            </a:xfrm>
            <a:custGeom>
              <a:rect b="b" l="l" r="r" t="t"/>
              <a:pathLst>
                <a:path extrusionOk="0" h="1128" w="1104">
                  <a:moveTo>
                    <a:pt x="552" y="0"/>
                  </a:moveTo>
                  <a:cubicBezTo>
                    <a:pt x="252" y="0"/>
                    <a:pt x="1" y="251"/>
                    <a:pt x="1" y="552"/>
                  </a:cubicBezTo>
                  <a:cubicBezTo>
                    <a:pt x="1" y="852"/>
                    <a:pt x="252" y="1128"/>
                    <a:pt x="552" y="1128"/>
                  </a:cubicBezTo>
                  <a:cubicBezTo>
                    <a:pt x="853" y="1128"/>
                    <a:pt x="1104" y="852"/>
                    <a:pt x="1104" y="552"/>
                  </a:cubicBezTo>
                  <a:cubicBezTo>
                    <a:pt x="1104" y="251"/>
                    <a:pt x="853" y="0"/>
                    <a:pt x="5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43"/>
            <p:cNvSpPr/>
            <p:nvPr/>
          </p:nvSpPr>
          <p:spPr>
            <a:xfrm>
              <a:off x="4135706" y="3975534"/>
              <a:ext cx="101813" cy="101813"/>
            </a:xfrm>
            <a:custGeom>
              <a:rect b="b" l="l" r="r" t="t"/>
              <a:pathLst>
                <a:path extrusionOk="0" h="1129" w="1129">
                  <a:moveTo>
                    <a:pt x="552" y="1"/>
                  </a:moveTo>
                  <a:cubicBezTo>
                    <a:pt x="251" y="1"/>
                    <a:pt x="1" y="252"/>
                    <a:pt x="1" y="552"/>
                  </a:cubicBezTo>
                  <a:cubicBezTo>
                    <a:pt x="1" y="878"/>
                    <a:pt x="251" y="1129"/>
                    <a:pt x="552" y="1129"/>
                  </a:cubicBezTo>
                  <a:cubicBezTo>
                    <a:pt x="878" y="1129"/>
                    <a:pt x="1128" y="878"/>
                    <a:pt x="1128" y="552"/>
                  </a:cubicBezTo>
                  <a:cubicBezTo>
                    <a:pt x="1128" y="252"/>
                    <a:pt x="878" y="1"/>
                    <a:pt x="5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43"/>
            <p:cNvSpPr/>
            <p:nvPr/>
          </p:nvSpPr>
          <p:spPr>
            <a:xfrm>
              <a:off x="3837388" y="3801576"/>
              <a:ext cx="99559" cy="101723"/>
            </a:xfrm>
            <a:custGeom>
              <a:rect b="b" l="l" r="r" t="t"/>
              <a:pathLst>
                <a:path extrusionOk="0" h="1128" w="1104">
                  <a:moveTo>
                    <a:pt x="552" y="0"/>
                  </a:moveTo>
                  <a:cubicBezTo>
                    <a:pt x="251" y="0"/>
                    <a:pt x="0" y="251"/>
                    <a:pt x="0" y="551"/>
                  </a:cubicBezTo>
                  <a:cubicBezTo>
                    <a:pt x="0" y="877"/>
                    <a:pt x="251" y="1128"/>
                    <a:pt x="552" y="1128"/>
                  </a:cubicBezTo>
                  <a:cubicBezTo>
                    <a:pt x="852" y="1128"/>
                    <a:pt x="1103" y="877"/>
                    <a:pt x="1103" y="551"/>
                  </a:cubicBezTo>
                  <a:cubicBezTo>
                    <a:pt x="1103" y="251"/>
                    <a:pt x="852" y="0"/>
                    <a:pt x="5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43"/>
            <p:cNvSpPr/>
            <p:nvPr/>
          </p:nvSpPr>
          <p:spPr>
            <a:xfrm>
              <a:off x="3577487" y="3950734"/>
              <a:ext cx="101723" cy="101813"/>
            </a:xfrm>
            <a:custGeom>
              <a:rect b="b" l="l" r="r" t="t"/>
              <a:pathLst>
                <a:path extrusionOk="0" h="1129" w="1128">
                  <a:moveTo>
                    <a:pt x="577" y="0"/>
                  </a:moveTo>
                  <a:cubicBezTo>
                    <a:pt x="251" y="0"/>
                    <a:pt x="0" y="251"/>
                    <a:pt x="0" y="552"/>
                  </a:cubicBezTo>
                  <a:cubicBezTo>
                    <a:pt x="0" y="877"/>
                    <a:pt x="251" y="1128"/>
                    <a:pt x="577" y="1128"/>
                  </a:cubicBezTo>
                  <a:cubicBezTo>
                    <a:pt x="877" y="1128"/>
                    <a:pt x="1128" y="877"/>
                    <a:pt x="1128" y="552"/>
                  </a:cubicBezTo>
                  <a:cubicBezTo>
                    <a:pt x="1128" y="251"/>
                    <a:pt x="877" y="0"/>
                    <a:pt x="577" y="0"/>
                  </a:cubicBezTo>
                  <a:close/>
                </a:path>
              </a:pathLst>
            </a:custGeom>
            <a:solidFill>
              <a:srgbClr val="C5D7F1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43"/>
            <p:cNvSpPr/>
            <p:nvPr/>
          </p:nvSpPr>
          <p:spPr>
            <a:xfrm>
              <a:off x="5469208" y="2725725"/>
              <a:ext cx="156102" cy="153757"/>
            </a:xfrm>
            <a:custGeom>
              <a:rect b="b" l="l" r="r" t="t"/>
              <a:pathLst>
                <a:path extrusionOk="0" h="1705" w="1731">
                  <a:moveTo>
                    <a:pt x="301" y="0"/>
                  </a:moveTo>
                  <a:lnTo>
                    <a:pt x="1" y="301"/>
                  </a:lnTo>
                  <a:lnTo>
                    <a:pt x="1429" y="1704"/>
                  </a:lnTo>
                  <a:lnTo>
                    <a:pt x="1730" y="1404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43"/>
            <p:cNvSpPr/>
            <p:nvPr/>
          </p:nvSpPr>
          <p:spPr>
            <a:xfrm>
              <a:off x="5471463" y="2725725"/>
              <a:ext cx="151502" cy="153757"/>
            </a:xfrm>
            <a:custGeom>
              <a:rect b="b" l="l" r="r" t="t"/>
              <a:pathLst>
                <a:path extrusionOk="0" h="1705" w="1680">
                  <a:moveTo>
                    <a:pt x="1379" y="0"/>
                  </a:moveTo>
                  <a:lnTo>
                    <a:pt x="1" y="1404"/>
                  </a:lnTo>
                  <a:lnTo>
                    <a:pt x="276" y="1704"/>
                  </a:lnTo>
                  <a:lnTo>
                    <a:pt x="1680" y="301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43"/>
            <p:cNvSpPr/>
            <p:nvPr/>
          </p:nvSpPr>
          <p:spPr>
            <a:xfrm>
              <a:off x="5738217" y="3143801"/>
              <a:ext cx="533415" cy="22725"/>
            </a:xfrm>
            <a:custGeom>
              <a:rect b="b" l="l" r="r" t="t"/>
              <a:pathLst>
                <a:path extrusionOk="0" h="252" w="5915">
                  <a:moveTo>
                    <a:pt x="0" y="1"/>
                  </a:moveTo>
                  <a:lnTo>
                    <a:pt x="0" y="251"/>
                  </a:lnTo>
                  <a:lnTo>
                    <a:pt x="5915" y="251"/>
                  </a:lnTo>
                  <a:lnTo>
                    <a:pt x="591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43"/>
            <p:cNvSpPr/>
            <p:nvPr/>
          </p:nvSpPr>
          <p:spPr>
            <a:xfrm>
              <a:off x="5747235" y="3216125"/>
              <a:ext cx="296151" cy="22725"/>
            </a:xfrm>
            <a:custGeom>
              <a:rect b="b" l="l" r="r" t="t"/>
              <a:pathLst>
                <a:path extrusionOk="0" h="252" w="3284">
                  <a:moveTo>
                    <a:pt x="0" y="1"/>
                  </a:moveTo>
                  <a:lnTo>
                    <a:pt x="0" y="251"/>
                  </a:lnTo>
                  <a:lnTo>
                    <a:pt x="3284" y="251"/>
                  </a:lnTo>
                  <a:lnTo>
                    <a:pt x="32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43"/>
            <p:cNvSpPr/>
            <p:nvPr/>
          </p:nvSpPr>
          <p:spPr>
            <a:xfrm>
              <a:off x="2736642" y="4004932"/>
              <a:ext cx="178647" cy="180901"/>
            </a:xfrm>
            <a:custGeom>
              <a:rect b="b" l="l" r="r" t="t"/>
              <a:pathLst>
                <a:path extrusionOk="0" h="2006" w="1981">
                  <a:moveTo>
                    <a:pt x="1003" y="427"/>
                  </a:moveTo>
                  <a:cubicBezTo>
                    <a:pt x="1329" y="427"/>
                    <a:pt x="1580" y="677"/>
                    <a:pt x="1580" y="1003"/>
                  </a:cubicBezTo>
                  <a:cubicBezTo>
                    <a:pt x="1580" y="1329"/>
                    <a:pt x="1329" y="1580"/>
                    <a:pt x="1003" y="1580"/>
                  </a:cubicBezTo>
                  <a:cubicBezTo>
                    <a:pt x="677" y="1580"/>
                    <a:pt x="427" y="1329"/>
                    <a:pt x="427" y="1003"/>
                  </a:cubicBezTo>
                  <a:cubicBezTo>
                    <a:pt x="427" y="677"/>
                    <a:pt x="677" y="427"/>
                    <a:pt x="1003" y="427"/>
                  </a:cubicBezTo>
                  <a:close/>
                  <a:moveTo>
                    <a:pt x="1003" y="1"/>
                  </a:moveTo>
                  <a:cubicBezTo>
                    <a:pt x="452" y="1"/>
                    <a:pt x="1" y="452"/>
                    <a:pt x="1" y="1003"/>
                  </a:cubicBezTo>
                  <a:cubicBezTo>
                    <a:pt x="1" y="1555"/>
                    <a:pt x="452" y="2006"/>
                    <a:pt x="1003" y="2006"/>
                  </a:cubicBezTo>
                  <a:cubicBezTo>
                    <a:pt x="1555" y="2006"/>
                    <a:pt x="1981" y="1555"/>
                    <a:pt x="1981" y="1003"/>
                  </a:cubicBezTo>
                  <a:cubicBezTo>
                    <a:pt x="1981" y="452"/>
                    <a:pt x="1555" y="1"/>
                    <a:pt x="10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43"/>
            <p:cNvSpPr/>
            <p:nvPr/>
          </p:nvSpPr>
          <p:spPr>
            <a:xfrm>
              <a:off x="3518779" y="4148770"/>
              <a:ext cx="157725" cy="448465"/>
            </a:xfrm>
            <a:custGeom>
              <a:rect b="b" l="l" r="r" t="t"/>
              <a:pathLst>
                <a:path extrusionOk="0" h="4973" w="1749">
                  <a:moveTo>
                    <a:pt x="914" y="1"/>
                  </a:moveTo>
                  <a:cubicBezTo>
                    <a:pt x="697" y="1"/>
                    <a:pt x="497" y="181"/>
                    <a:pt x="426" y="611"/>
                  </a:cubicBezTo>
                  <a:cubicBezTo>
                    <a:pt x="176" y="2009"/>
                    <a:pt x="1" y="4972"/>
                    <a:pt x="618" y="4972"/>
                  </a:cubicBezTo>
                  <a:cubicBezTo>
                    <a:pt x="621" y="4972"/>
                    <a:pt x="623" y="4972"/>
                    <a:pt x="626" y="4972"/>
                  </a:cubicBezTo>
                  <a:cubicBezTo>
                    <a:pt x="1228" y="4947"/>
                    <a:pt x="1553" y="4722"/>
                    <a:pt x="1203" y="4621"/>
                  </a:cubicBezTo>
                  <a:cubicBezTo>
                    <a:pt x="827" y="4546"/>
                    <a:pt x="827" y="4496"/>
                    <a:pt x="827" y="4396"/>
                  </a:cubicBezTo>
                  <a:cubicBezTo>
                    <a:pt x="852" y="3694"/>
                    <a:pt x="1403" y="2366"/>
                    <a:pt x="1604" y="1338"/>
                  </a:cubicBezTo>
                  <a:cubicBezTo>
                    <a:pt x="1748" y="582"/>
                    <a:pt x="1304" y="1"/>
                    <a:pt x="914" y="1"/>
                  </a:cubicBezTo>
                  <a:close/>
                </a:path>
              </a:pathLst>
            </a:custGeom>
            <a:solidFill>
              <a:srgbClr val="EF8970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43"/>
            <p:cNvSpPr/>
            <p:nvPr/>
          </p:nvSpPr>
          <p:spPr>
            <a:xfrm>
              <a:off x="3548088" y="4565493"/>
              <a:ext cx="133466" cy="38507"/>
            </a:xfrm>
            <a:custGeom>
              <a:rect b="b" l="l" r="r" t="t"/>
              <a:pathLst>
                <a:path extrusionOk="0" h="427" w="1480">
                  <a:moveTo>
                    <a:pt x="878" y="0"/>
                  </a:moveTo>
                  <a:cubicBezTo>
                    <a:pt x="745" y="113"/>
                    <a:pt x="575" y="146"/>
                    <a:pt x="420" y="146"/>
                  </a:cubicBezTo>
                  <a:cubicBezTo>
                    <a:pt x="194" y="146"/>
                    <a:pt x="0" y="76"/>
                    <a:pt x="0" y="75"/>
                  </a:cubicBezTo>
                  <a:lnTo>
                    <a:pt x="0" y="75"/>
                  </a:lnTo>
                  <a:cubicBezTo>
                    <a:pt x="13" y="339"/>
                    <a:pt x="201" y="426"/>
                    <a:pt x="430" y="426"/>
                  </a:cubicBezTo>
                  <a:cubicBezTo>
                    <a:pt x="658" y="426"/>
                    <a:pt x="928" y="339"/>
                    <a:pt x="1103" y="251"/>
                  </a:cubicBezTo>
                  <a:cubicBezTo>
                    <a:pt x="1479" y="50"/>
                    <a:pt x="878" y="0"/>
                    <a:pt x="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43"/>
            <p:cNvSpPr/>
            <p:nvPr/>
          </p:nvSpPr>
          <p:spPr>
            <a:xfrm>
              <a:off x="3281333" y="3693089"/>
              <a:ext cx="436381" cy="774105"/>
            </a:xfrm>
            <a:custGeom>
              <a:rect b="b" l="l" r="r" t="t"/>
              <a:pathLst>
                <a:path extrusionOk="0" h="8584" w="4839">
                  <a:moveTo>
                    <a:pt x="803" y="0"/>
                  </a:moveTo>
                  <a:lnTo>
                    <a:pt x="1" y="2732"/>
                  </a:lnTo>
                  <a:cubicBezTo>
                    <a:pt x="1" y="2732"/>
                    <a:pt x="2332" y="4336"/>
                    <a:pt x="2683" y="5188"/>
                  </a:cubicBezTo>
                  <a:cubicBezTo>
                    <a:pt x="2983" y="5915"/>
                    <a:pt x="2582" y="8396"/>
                    <a:pt x="2582" y="8396"/>
                  </a:cubicBezTo>
                  <a:cubicBezTo>
                    <a:pt x="2840" y="8541"/>
                    <a:pt x="3107" y="8583"/>
                    <a:pt x="3331" y="8583"/>
                  </a:cubicBezTo>
                  <a:cubicBezTo>
                    <a:pt x="3651" y="8583"/>
                    <a:pt x="3886" y="8496"/>
                    <a:pt x="3886" y="8496"/>
                  </a:cubicBezTo>
                  <a:cubicBezTo>
                    <a:pt x="3886" y="8496"/>
                    <a:pt x="4838" y="4361"/>
                    <a:pt x="4412" y="3358"/>
                  </a:cubicBezTo>
                  <a:cubicBezTo>
                    <a:pt x="3961" y="2206"/>
                    <a:pt x="803" y="0"/>
                    <a:pt x="8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43"/>
            <p:cNvSpPr/>
            <p:nvPr/>
          </p:nvSpPr>
          <p:spPr>
            <a:xfrm>
              <a:off x="2861001" y="4197467"/>
              <a:ext cx="421411" cy="382904"/>
            </a:xfrm>
            <a:custGeom>
              <a:rect b="b" l="l" r="r" t="t"/>
              <a:pathLst>
                <a:path extrusionOk="0" h="4246" w="4673">
                  <a:moveTo>
                    <a:pt x="3971" y="0"/>
                  </a:moveTo>
                  <a:cubicBezTo>
                    <a:pt x="3814" y="0"/>
                    <a:pt x="3624" y="73"/>
                    <a:pt x="3409" y="247"/>
                  </a:cubicBezTo>
                  <a:cubicBezTo>
                    <a:pt x="2231" y="1224"/>
                    <a:pt x="0" y="3480"/>
                    <a:pt x="527" y="3906"/>
                  </a:cubicBezTo>
                  <a:cubicBezTo>
                    <a:pt x="807" y="4131"/>
                    <a:pt x="1065" y="4245"/>
                    <a:pt x="1197" y="4245"/>
                  </a:cubicBezTo>
                  <a:cubicBezTo>
                    <a:pt x="1301" y="4245"/>
                    <a:pt x="1328" y="4174"/>
                    <a:pt x="1228" y="4031"/>
                  </a:cubicBezTo>
                  <a:cubicBezTo>
                    <a:pt x="978" y="3705"/>
                    <a:pt x="1003" y="3655"/>
                    <a:pt x="1078" y="3580"/>
                  </a:cubicBezTo>
                  <a:cubicBezTo>
                    <a:pt x="1604" y="3029"/>
                    <a:pt x="2983" y="2352"/>
                    <a:pt x="3860" y="1675"/>
                  </a:cubicBezTo>
                  <a:cubicBezTo>
                    <a:pt x="4672" y="1041"/>
                    <a:pt x="4560" y="0"/>
                    <a:pt x="3971" y="0"/>
                  </a:cubicBezTo>
                  <a:close/>
                </a:path>
              </a:pathLst>
            </a:custGeom>
            <a:solidFill>
              <a:srgbClr val="EF8970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43"/>
            <p:cNvSpPr/>
            <p:nvPr/>
          </p:nvSpPr>
          <p:spPr>
            <a:xfrm>
              <a:off x="2870019" y="4511204"/>
              <a:ext cx="135090" cy="84950"/>
            </a:xfrm>
            <a:custGeom>
              <a:rect b="b" l="l" r="r" t="t"/>
              <a:pathLst>
                <a:path extrusionOk="0" h="942" w="1498">
                  <a:moveTo>
                    <a:pt x="376" y="1"/>
                  </a:moveTo>
                  <a:lnTo>
                    <a:pt x="376" y="1"/>
                  </a:lnTo>
                  <a:cubicBezTo>
                    <a:pt x="0" y="452"/>
                    <a:pt x="727" y="803"/>
                    <a:pt x="1153" y="928"/>
                  </a:cubicBezTo>
                  <a:cubicBezTo>
                    <a:pt x="1194" y="938"/>
                    <a:pt x="1227" y="942"/>
                    <a:pt x="1252" y="942"/>
                  </a:cubicBezTo>
                  <a:cubicBezTo>
                    <a:pt x="1498" y="942"/>
                    <a:pt x="1128" y="552"/>
                    <a:pt x="1128" y="552"/>
                  </a:cubicBezTo>
                  <a:cubicBezTo>
                    <a:pt x="677" y="552"/>
                    <a:pt x="376" y="1"/>
                    <a:pt x="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43"/>
            <p:cNvSpPr/>
            <p:nvPr/>
          </p:nvSpPr>
          <p:spPr>
            <a:xfrm>
              <a:off x="2967234" y="3683981"/>
              <a:ext cx="490489" cy="788895"/>
            </a:xfrm>
            <a:custGeom>
              <a:rect b="b" l="l" r="r" t="t"/>
              <a:pathLst>
                <a:path extrusionOk="0" h="8748" w="5439">
                  <a:moveTo>
                    <a:pt x="3810" y="1"/>
                  </a:moveTo>
                  <a:lnTo>
                    <a:pt x="1855" y="1304"/>
                  </a:lnTo>
                  <a:cubicBezTo>
                    <a:pt x="1404" y="2382"/>
                    <a:pt x="2206" y="4161"/>
                    <a:pt x="1980" y="5139"/>
                  </a:cubicBezTo>
                  <a:cubicBezTo>
                    <a:pt x="1805" y="5991"/>
                    <a:pt x="0" y="7770"/>
                    <a:pt x="0" y="7770"/>
                  </a:cubicBezTo>
                  <a:cubicBezTo>
                    <a:pt x="226" y="8497"/>
                    <a:pt x="953" y="8748"/>
                    <a:pt x="953" y="8748"/>
                  </a:cubicBezTo>
                  <a:cubicBezTo>
                    <a:pt x="953" y="8748"/>
                    <a:pt x="4637" y="6091"/>
                    <a:pt x="5013" y="4988"/>
                  </a:cubicBezTo>
                  <a:cubicBezTo>
                    <a:pt x="5439" y="3760"/>
                    <a:pt x="3810" y="1"/>
                    <a:pt x="38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43"/>
            <p:cNvSpPr/>
            <p:nvPr/>
          </p:nvSpPr>
          <p:spPr>
            <a:xfrm>
              <a:off x="3123156" y="3683981"/>
              <a:ext cx="425018" cy="231492"/>
            </a:xfrm>
            <a:custGeom>
              <a:rect b="b" l="l" r="r" t="t"/>
              <a:pathLst>
                <a:path extrusionOk="0" h="2567" w="4713">
                  <a:moveTo>
                    <a:pt x="2081" y="1"/>
                  </a:moveTo>
                  <a:lnTo>
                    <a:pt x="126" y="1304"/>
                  </a:lnTo>
                  <a:cubicBezTo>
                    <a:pt x="76" y="1454"/>
                    <a:pt x="26" y="1605"/>
                    <a:pt x="1" y="1755"/>
                  </a:cubicBezTo>
                  <a:cubicBezTo>
                    <a:pt x="757" y="2297"/>
                    <a:pt x="1564" y="2567"/>
                    <a:pt x="2371" y="2567"/>
                  </a:cubicBezTo>
                  <a:cubicBezTo>
                    <a:pt x="3168" y="2567"/>
                    <a:pt x="3965" y="2303"/>
                    <a:pt x="4712" y="1780"/>
                  </a:cubicBezTo>
                  <a:cubicBezTo>
                    <a:pt x="3685" y="903"/>
                    <a:pt x="2557" y="101"/>
                    <a:pt x="2557" y="101"/>
                  </a:cubicBezTo>
                  <a:lnTo>
                    <a:pt x="2356" y="703"/>
                  </a:lnTo>
                  <a:cubicBezTo>
                    <a:pt x="2206" y="277"/>
                    <a:pt x="2081" y="1"/>
                    <a:pt x="20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43"/>
            <p:cNvSpPr/>
            <p:nvPr/>
          </p:nvSpPr>
          <p:spPr>
            <a:xfrm>
              <a:off x="2987524" y="3844502"/>
              <a:ext cx="264588" cy="583194"/>
            </a:xfrm>
            <a:custGeom>
              <a:rect b="b" l="l" r="r" t="t"/>
              <a:pathLst>
                <a:path extrusionOk="0" h="6467" w="2934">
                  <a:moveTo>
                    <a:pt x="2231" y="0"/>
                  </a:moveTo>
                  <a:lnTo>
                    <a:pt x="2206" y="50"/>
                  </a:lnTo>
                  <a:cubicBezTo>
                    <a:pt x="2733" y="1028"/>
                    <a:pt x="2858" y="2206"/>
                    <a:pt x="2582" y="3283"/>
                  </a:cubicBezTo>
                  <a:cubicBezTo>
                    <a:pt x="2307" y="4361"/>
                    <a:pt x="1630" y="5339"/>
                    <a:pt x="703" y="5940"/>
                  </a:cubicBezTo>
                  <a:cubicBezTo>
                    <a:pt x="627" y="5990"/>
                    <a:pt x="577" y="6015"/>
                    <a:pt x="502" y="6065"/>
                  </a:cubicBezTo>
                  <a:cubicBezTo>
                    <a:pt x="327" y="6166"/>
                    <a:pt x="151" y="6291"/>
                    <a:pt x="1" y="6416"/>
                  </a:cubicBezTo>
                  <a:lnTo>
                    <a:pt x="51" y="6466"/>
                  </a:lnTo>
                  <a:cubicBezTo>
                    <a:pt x="201" y="6341"/>
                    <a:pt x="377" y="6241"/>
                    <a:pt x="552" y="6116"/>
                  </a:cubicBezTo>
                  <a:cubicBezTo>
                    <a:pt x="602" y="6091"/>
                    <a:pt x="677" y="6040"/>
                    <a:pt x="728" y="5990"/>
                  </a:cubicBezTo>
                  <a:cubicBezTo>
                    <a:pt x="1680" y="5389"/>
                    <a:pt x="2382" y="4411"/>
                    <a:pt x="2657" y="3309"/>
                  </a:cubicBezTo>
                  <a:cubicBezTo>
                    <a:pt x="2933" y="2231"/>
                    <a:pt x="2808" y="1028"/>
                    <a:pt x="2281" y="25"/>
                  </a:cubicBezTo>
                  <a:lnTo>
                    <a:pt x="22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43"/>
            <p:cNvSpPr/>
            <p:nvPr/>
          </p:nvSpPr>
          <p:spPr>
            <a:xfrm>
              <a:off x="3362766" y="3422999"/>
              <a:ext cx="525930" cy="337724"/>
            </a:xfrm>
            <a:custGeom>
              <a:rect b="b" l="l" r="r" t="t"/>
              <a:pathLst>
                <a:path extrusionOk="0" h="3745" w="5832">
                  <a:moveTo>
                    <a:pt x="997" y="0"/>
                  </a:moveTo>
                  <a:cubicBezTo>
                    <a:pt x="968" y="0"/>
                    <a:pt x="944" y="4"/>
                    <a:pt x="927" y="13"/>
                  </a:cubicBezTo>
                  <a:cubicBezTo>
                    <a:pt x="0" y="439"/>
                    <a:pt x="1529" y="3296"/>
                    <a:pt x="2907" y="3697"/>
                  </a:cubicBezTo>
                  <a:cubicBezTo>
                    <a:pt x="3026" y="3730"/>
                    <a:pt x="3145" y="3745"/>
                    <a:pt x="3264" y="3745"/>
                  </a:cubicBezTo>
                  <a:cubicBezTo>
                    <a:pt x="4223" y="3745"/>
                    <a:pt x="5141" y="2772"/>
                    <a:pt x="5364" y="2594"/>
                  </a:cubicBezTo>
                  <a:cubicBezTo>
                    <a:pt x="5832" y="2193"/>
                    <a:pt x="5804" y="1930"/>
                    <a:pt x="5633" y="1930"/>
                  </a:cubicBezTo>
                  <a:cubicBezTo>
                    <a:pt x="5612" y="1930"/>
                    <a:pt x="5589" y="1934"/>
                    <a:pt x="5564" y="1942"/>
                  </a:cubicBezTo>
                  <a:cubicBezTo>
                    <a:pt x="5339" y="2043"/>
                    <a:pt x="5263" y="2293"/>
                    <a:pt x="4887" y="2469"/>
                  </a:cubicBezTo>
                  <a:cubicBezTo>
                    <a:pt x="4658" y="2600"/>
                    <a:pt x="4353" y="2785"/>
                    <a:pt x="3939" y="2785"/>
                  </a:cubicBezTo>
                  <a:cubicBezTo>
                    <a:pt x="3720" y="2785"/>
                    <a:pt x="3469" y="2733"/>
                    <a:pt x="3183" y="2594"/>
                  </a:cubicBezTo>
                  <a:cubicBezTo>
                    <a:pt x="2381" y="2193"/>
                    <a:pt x="2431" y="1191"/>
                    <a:pt x="2080" y="639"/>
                  </a:cubicBezTo>
                  <a:cubicBezTo>
                    <a:pt x="1835" y="260"/>
                    <a:pt x="1233" y="0"/>
                    <a:pt x="997" y="0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43"/>
            <p:cNvSpPr/>
            <p:nvPr/>
          </p:nvSpPr>
          <p:spPr>
            <a:xfrm>
              <a:off x="3093848" y="3400364"/>
              <a:ext cx="485980" cy="480569"/>
            </a:xfrm>
            <a:custGeom>
              <a:rect b="b" l="l" r="r" t="t"/>
              <a:pathLst>
                <a:path extrusionOk="0" h="5329" w="5389">
                  <a:moveTo>
                    <a:pt x="2880" y="0"/>
                  </a:moveTo>
                  <a:cubicBezTo>
                    <a:pt x="2206" y="0"/>
                    <a:pt x="1490" y="221"/>
                    <a:pt x="1529" y="1492"/>
                  </a:cubicBezTo>
                  <a:cubicBezTo>
                    <a:pt x="1554" y="2670"/>
                    <a:pt x="1153" y="3271"/>
                    <a:pt x="551" y="4249"/>
                  </a:cubicBezTo>
                  <a:lnTo>
                    <a:pt x="501" y="4324"/>
                  </a:lnTo>
                  <a:cubicBezTo>
                    <a:pt x="0" y="4946"/>
                    <a:pt x="1272" y="5329"/>
                    <a:pt x="2509" y="5329"/>
                  </a:cubicBezTo>
                  <a:cubicBezTo>
                    <a:pt x="3316" y="5329"/>
                    <a:pt x="4109" y="5166"/>
                    <a:pt x="4386" y="4800"/>
                  </a:cubicBezTo>
                  <a:cubicBezTo>
                    <a:pt x="4987" y="3998"/>
                    <a:pt x="5338" y="2770"/>
                    <a:pt x="5363" y="1792"/>
                  </a:cubicBezTo>
                  <a:cubicBezTo>
                    <a:pt x="5388" y="464"/>
                    <a:pt x="4210" y="113"/>
                    <a:pt x="3458" y="38"/>
                  </a:cubicBezTo>
                  <a:cubicBezTo>
                    <a:pt x="3284" y="21"/>
                    <a:pt x="3084" y="0"/>
                    <a:pt x="28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43"/>
            <p:cNvSpPr/>
            <p:nvPr/>
          </p:nvSpPr>
          <p:spPr>
            <a:xfrm>
              <a:off x="3350141" y="3315594"/>
              <a:ext cx="143747" cy="179999"/>
            </a:xfrm>
            <a:custGeom>
              <a:rect b="b" l="l" r="r" t="t"/>
              <a:pathLst>
                <a:path extrusionOk="0" h="1996" w="1594">
                  <a:moveTo>
                    <a:pt x="717" y="1"/>
                  </a:moveTo>
                  <a:cubicBezTo>
                    <a:pt x="717" y="1"/>
                    <a:pt x="892" y="652"/>
                    <a:pt x="416" y="878"/>
                  </a:cubicBezTo>
                  <a:cubicBezTo>
                    <a:pt x="1" y="1074"/>
                    <a:pt x="1072" y="1995"/>
                    <a:pt x="1369" y="1995"/>
                  </a:cubicBezTo>
                  <a:cubicBezTo>
                    <a:pt x="1413" y="1995"/>
                    <a:pt x="1440" y="1975"/>
                    <a:pt x="1443" y="1930"/>
                  </a:cubicBezTo>
                  <a:cubicBezTo>
                    <a:pt x="1469" y="1479"/>
                    <a:pt x="1293" y="1179"/>
                    <a:pt x="1594" y="727"/>
                  </a:cubicBezTo>
                  <a:lnTo>
                    <a:pt x="717" y="1"/>
                  </a:ln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43"/>
            <p:cNvSpPr/>
            <p:nvPr/>
          </p:nvSpPr>
          <p:spPr>
            <a:xfrm>
              <a:off x="3383057" y="3208370"/>
              <a:ext cx="171883" cy="234107"/>
            </a:xfrm>
            <a:custGeom>
              <a:rect b="b" l="l" r="r" t="t"/>
              <a:pathLst>
                <a:path extrusionOk="0" h="2596" w="1906">
                  <a:moveTo>
                    <a:pt x="986" y="0"/>
                  </a:moveTo>
                  <a:cubicBezTo>
                    <a:pt x="729" y="0"/>
                    <a:pt x="481" y="153"/>
                    <a:pt x="377" y="287"/>
                  </a:cubicBezTo>
                  <a:cubicBezTo>
                    <a:pt x="1" y="764"/>
                    <a:pt x="126" y="1315"/>
                    <a:pt x="276" y="1641"/>
                  </a:cubicBezTo>
                  <a:cubicBezTo>
                    <a:pt x="533" y="2282"/>
                    <a:pt x="1064" y="2596"/>
                    <a:pt x="1338" y="2596"/>
                  </a:cubicBezTo>
                  <a:cubicBezTo>
                    <a:pt x="1385" y="2596"/>
                    <a:pt x="1425" y="2586"/>
                    <a:pt x="1454" y="2568"/>
                  </a:cubicBezTo>
                  <a:cubicBezTo>
                    <a:pt x="1906" y="2317"/>
                    <a:pt x="1805" y="688"/>
                    <a:pt x="1479" y="262"/>
                  </a:cubicBezTo>
                  <a:cubicBezTo>
                    <a:pt x="1338" y="70"/>
                    <a:pt x="1160" y="0"/>
                    <a:pt x="986" y="0"/>
                  </a:cubicBezTo>
                  <a:close/>
                </a:path>
              </a:pathLst>
            </a:custGeom>
            <a:solidFill>
              <a:srgbClr val="F9B2A3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43"/>
            <p:cNvSpPr/>
            <p:nvPr/>
          </p:nvSpPr>
          <p:spPr>
            <a:xfrm>
              <a:off x="3360512" y="3194843"/>
              <a:ext cx="192174" cy="184689"/>
            </a:xfrm>
            <a:custGeom>
              <a:rect b="b" l="l" r="r" t="t"/>
              <a:pathLst>
                <a:path extrusionOk="0" h="2048" w="2131">
                  <a:moveTo>
                    <a:pt x="1198" y="1"/>
                  </a:moveTo>
                  <a:cubicBezTo>
                    <a:pt x="899" y="1"/>
                    <a:pt x="595" y="133"/>
                    <a:pt x="401" y="412"/>
                  </a:cubicBezTo>
                  <a:cubicBezTo>
                    <a:pt x="0" y="964"/>
                    <a:pt x="176" y="1390"/>
                    <a:pt x="201" y="1490"/>
                  </a:cubicBezTo>
                  <a:cubicBezTo>
                    <a:pt x="299" y="1785"/>
                    <a:pt x="515" y="2047"/>
                    <a:pt x="618" y="2047"/>
                  </a:cubicBezTo>
                  <a:cubicBezTo>
                    <a:pt x="672" y="2047"/>
                    <a:pt x="695" y="1973"/>
                    <a:pt x="652" y="1791"/>
                  </a:cubicBezTo>
                  <a:cubicBezTo>
                    <a:pt x="526" y="1264"/>
                    <a:pt x="927" y="1415"/>
                    <a:pt x="827" y="989"/>
                  </a:cubicBezTo>
                  <a:cubicBezTo>
                    <a:pt x="815" y="901"/>
                    <a:pt x="833" y="876"/>
                    <a:pt x="931" y="876"/>
                  </a:cubicBezTo>
                  <a:cubicBezTo>
                    <a:pt x="1028" y="876"/>
                    <a:pt x="1203" y="901"/>
                    <a:pt x="1504" y="914"/>
                  </a:cubicBezTo>
                  <a:cubicBezTo>
                    <a:pt x="2105" y="914"/>
                    <a:pt x="2130" y="888"/>
                    <a:pt x="2080" y="663"/>
                  </a:cubicBezTo>
                  <a:cubicBezTo>
                    <a:pt x="1980" y="234"/>
                    <a:pt x="1594" y="1"/>
                    <a:pt x="1198" y="1"/>
                  </a:cubicBezTo>
                  <a:close/>
                </a:path>
              </a:pathLst>
            </a:custGeom>
            <a:solidFill>
              <a:srgbClr val="171B34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43"/>
            <p:cNvSpPr/>
            <p:nvPr/>
          </p:nvSpPr>
          <p:spPr>
            <a:xfrm>
              <a:off x="3360512" y="3196105"/>
              <a:ext cx="176392" cy="182344"/>
            </a:xfrm>
            <a:custGeom>
              <a:rect b="b" l="l" r="r" t="t"/>
              <a:pathLst>
                <a:path extrusionOk="0" h="2022" w="1956">
                  <a:moveTo>
                    <a:pt x="1217" y="0"/>
                  </a:moveTo>
                  <a:cubicBezTo>
                    <a:pt x="922" y="0"/>
                    <a:pt x="617" y="132"/>
                    <a:pt x="401" y="398"/>
                  </a:cubicBezTo>
                  <a:cubicBezTo>
                    <a:pt x="0" y="900"/>
                    <a:pt x="176" y="1376"/>
                    <a:pt x="201" y="1476"/>
                  </a:cubicBezTo>
                  <a:cubicBezTo>
                    <a:pt x="287" y="1758"/>
                    <a:pt x="506" y="2022"/>
                    <a:pt x="612" y="2022"/>
                  </a:cubicBezTo>
                  <a:cubicBezTo>
                    <a:pt x="628" y="2022"/>
                    <a:pt x="642" y="2016"/>
                    <a:pt x="652" y="2002"/>
                  </a:cubicBezTo>
                  <a:cubicBezTo>
                    <a:pt x="752" y="1902"/>
                    <a:pt x="376" y="1777"/>
                    <a:pt x="551" y="1451"/>
                  </a:cubicBezTo>
                  <a:cubicBezTo>
                    <a:pt x="727" y="1125"/>
                    <a:pt x="501" y="1025"/>
                    <a:pt x="627" y="724"/>
                  </a:cubicBezTo>
                  <a:cubicBezTo>
                    <a:pt x="685" y="564"/>
                    <a:pt x="785" y="531"/>
                    <a:pt x="990" y="531"/>
                  </a:cubicBezTo>
                  <a:cubicBezTo>
                    <a:pt x="1139" y="531"/>
                    <a:pt x="1344" y="549"/>
                    <a:pt x="1629" y="549"/>
                  </a:cubicBezTo>
                  <a:cubicBezTo>
                    <a:pt x="1658" y="551"/>
                    <a:pt x="1685" y="553"/>
                    <a:pt x="1709" y="553"/>
                  </a:cubicBezTo>
                  <a:cubicBezTo>
                    <a:pt x="1915" y="553"/>
                    <a:pt x="1955" y="463"/>
                    <a:pt x="1955" y="373"/>
                  </a:cubicBezTo>
                  <a:cubicBezTo>
                    <a:pt x="1782" y="126"/>
                    <a:pt x="1504" y="0"/>
                    <a:pt x="1217" y="0"/>
                  </a:cubicBezTo>
                  <a:close/>
                </a:path>
              </a:pathLst>
            </a:custGeom>
            <a:solidFill>
              <a:srgbClr val="171B34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43"/>
            <p:cNvSpPr/>
            <p:nvPr/>
          </p:nvSpPr>
          <p:spPr>
            <a:xfrm>
              <a:off x="3193227" y="3441576"/>
              <a:ext cx="549557" cy="308776"/>
            </a:xfrm>
            <a:custGeom>
              <a:rect b="b" l="l" r="r" t="t"/>
              <a:pathLst>
                <a:path extrusionOk="0" h="3424" w="6094">
                  <a:moveTo>
                    <a:pt x="1107" y="1"/>
                  </a:moveTo>
                  <a:cubicBezTo>
                    <a:pt x="1009" y="1"/>
                    <a:pt x="929" y="23"/>
                    <a:pt x="878" y="57"/>
                  </a:cubicBezTo>
                  <a:cubicBezTo>
                    <a:pt x="0" y="634"/>
                    <a:pt x="2005" y="3240"/>
                    <a:pt x="3459" y="3416"/>
                  </a:cubicBezTo>
                  <a:cubicBezTo>
                    <a:pt x="3507" y="3421"/>
                    <a:pt x="3554" y="3424"/>
                    <a:pt x="3601" y="3424"/>
                  </a:cubicBezTo>
                  <a:cubicBezTo>
                    <a:pt x="4641" y="3424"/>
                    <a:pt x="5499" y="2152"/>
                    <a:pt x="5715" y="1912"/>
                  </a:cubicBezTo>
                  <a:cubicBezTo>
                    <a:pt x="6093" y="1470"/>
                    <a:pt x="6066" y="1205"/>
                    <a:pt x="5914" y="1205"/>
                  </a:cubicBezTo>
                  <a:cubicBezTo>
                    <a:pt x="5885" y="1205"/>
                    <a:pt x="5851" y="1215"/>
                    <a:pt x="5815" y="1235"/>
                  </a:cubicBezTo>
                  <a:cubicBezTo>
                    <a:pt x="5589" y="1360"/>
                    <a:pt x="5589" y="1611"/>
                    <a:pt x="5239" y="1862"/>
                  </a:cubicBezTo>
                  <a:cubicBezTo>
                    <a:pt x="4968" y="2055"/>
                    <a:pt x="4638" y="2352"/>
                    <a:pt x="4099" y="2352"/>
                  </a:cubicBezTo>
                  <a:cubicBezTo>
                    <a:pt x="3939" y="2352"/>
                    <a:pt x="3761" y="2326"/>
                    <a:pt x="3559" y="2263"/>
                  </a:cubicBezTo>
                  <a:cubicBezTo>
                    <a:pt x="2682" y="2012"/>
                    <a:pt x="2231" y="834"/>
                    <a:pt x="1780" y="333"/>
                  </a:cubicBezTo>
                  <a:cubicBezTo>
                    <a:pt x="1549" y="85"/>
                    <a:pt x="1295" y="1"/>
                    <a:pt x="1107" y="1"/>
                  </a:cubicBezTo>
                  <a:close/>
                </a:path>
              </a:pathLst>
            </a:custGeom>
            <a:solidFill>
              <a:srgbClr val="F9B2A3"/>
            </a:solidFill>
            <a:ln>
              <a:noFill/>
            </a:ln>
          </p:spPr>
          <p:txBody>
            <a:bodyPr anchorCtr="0" anchor="ctr" bIns="143175" lIns="143175" spcFirstLastPara="1" rIns="143175" wrap="square" tIns="143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34"/>
                <a:buFont typeface="Arial"/>
                <a:buNone/>
              </a:pPr>
              <a:r>
                <a:t/>
              </a:r>
              <a:endParaRPr b="0" i="0" sz="65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49" name="Google Shape;2049;p44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0" name="Google Shape;2050;p44"/>
          <p:cNvCxnSpPr/>
          <p:nvPr/>
        </p:nvCxnSpPr>
        <p:spPr>
          <a:xfrm>
            <a:off x="457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1" name="Google Shape;2051;p44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2" name="Google Shape;2052;p44"/>
          <p:cNvCxnSpPr/>
          <p:nvPr/>
        </p:nvCxnSpPr>
        <p:spPr>
          <a:xfrm>
            <a:off x="1371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3" name="Google Shape;2053;p44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4" name="Google Shape;2054;p44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5" name="Google Shape;2055;p44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6" name="Google Shape;2056;p44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7" name="Google Shape;2057;p44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8" name="Google Shape;2058;p44"/>
          <p:cNvCxnSpPr/>
          <p:nvPr/>
        </p:nvCxnSpPr>
        <p:spPr>
          <a:xfrm>
            <a:off x="5943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9" name="Google Shape;2059;p44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0" name="Google Shape;2060;p44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1" name="Google Shape;2061;p44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2" name="Google Shape;2062;p44"/>
          <p:cNvCxnSpPr/>
          <p:nvPr/>
        </p:nvCxnSpPr>
        <p:spPr>
          <a:xfrm>
            <a:off x="7772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3" name="Google Shape;2063;p44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4" name="Google Shape;2064;p44"/>
          <p:cNvCxnSpPr/>
          <p:nvPr/>
        </p:nvCxnSpPr>
        <p:spPr>
          <a:xfrm>
            <a:off x="8686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5" name="Google Shape;2065;p44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6" name="Google Shape;2066;p44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7" name="Google Shape;2067;p44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8" name="Google Shape;2068;p44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9" name="Google Shape;2069;p44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0" name="Google Shape;2070;p44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1" name="Google Shape;2071;p44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2" name="Google Shape;2072;p44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3" name="Google Shape;2073;p44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4" name="Google Shape;2074;p44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5" name="Google Shape;2075;p44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6" name="Google Shape;2076;p44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7" name="Google Shape;2077;p44"/>
          <p:cNvSpPr/>
          <p:nvPr/>
        </p:nvSpPr>
        <p:spPr>
          <a:xfrm>
            <a:off x="0" y="171451"/>
            <a:ext cx="12573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8" name="Google Shape;2078;p44"/>
          <p:cNvSpPr/>
          <p:nvPr/>
        </p:nvSpPr>
        <p:spPr>
          <a:xfrm>
            <a:off x="0" y="342901"/>
            <a:ext cx="6858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9" name="Google Shape;2079;p44"/>
          <p:cNvSpPr/>
          <p:nvPr/>
        </p:nvSpPr>
        <p:spPr>
          <a:xfrm>
            <a:off x="8572500" y="4648200"/>
            <a:ext cx="361950" cy="361950"/>
          </a:xfrm>
          <a:prstGeom prst="ellipse">
            <a:avLst/>
          </a:prstGeom>
          <a:solidFill>
            <a:srgbClr val="305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0" name="Google Shape;2080;p44"/>
          <p:cNvSpPr/>
          <p:nvPr/>
        </p:nvSpPr>
        <p:spPr>
          <a:xfrm>
            <a:off x="8667750" y="4743450"/>
            <a:ext cx="171450" cy="171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1" name="Google Shape;2081;p44"/>
          <p:cNvSpPr txBox="1"/>
          <p:nvPr/>
        </p:nvSpPr>
        <p:spPr>
          <a:xfrm>
            <a:off x="1164274" y="113175"/>
            <a:ext cx="6684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" sz="22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Проект основан на четырех CRM-таблицах</a:t>
            </a:r>
            <a:endParaRPr b="1" i="0" sz="22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2" name="Google Shape;2082;p44"/>
          <p:cNvSpPr/>
          <p:nvPr/>
        </p:nvSpPr>
        <p:spPr>
          <a:xfrm>
            <a:off x="923513" y="654176"/>
            <a:ext cx="1714500" cy="1095300"/>
          </a:xfrm>
          <a:prstGeom prst="roundRect">
            <a:avLst>
              <a:gd fmla="val 16667" name="adj"/>
            </a:avLst>
          </a:prstGeom>
          <a:solidFill>
            <a:srgbClr val="D3E1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latin typeface="Titillium Web"/>
                <a:ea typeface="Titillium Web"/>
                <a:cs typeface="Titillium Web"/>
                <a:sym typeface="Titillium Web"/>
              </a:rPr>
              <a:t>Contacts</a:t>
            </a:r>
            <a:endParaRPr b="1" sz="12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010000"/>
                </a:solidFill>
              </a:rPr>
              <a:t>Клиенты</a:t>
            </a:r>
            <a:endParaRPr b="1" sz="1200">
              <a:solidFill>
                <a:srgbClr val="01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" sz="1000"/>
              <a:t>владельцы контактов, даты создания и изменения</a:t>
            </a:r>
            <a:endParaRPr b="1" sz="1200">
              <a:solidFill>
                <a:srgbClr val="010000"/>
              </a:solidFill>
            </a:endParaRPr>
          </a:p>
        </p:txBody>
      </p:sp>
      <p:sp>
        <p:nvSpPr>
          <p:cNvPr id="2083" name="Google Shape;2083;p44"/>
          <p:cNvSpPr/>
          <p:nvPr/>
        </p:nvSpPr>
        <p:spPr>
          <a:xfrm>
            <a:off x="3714750" y="1816126"/>
            <a:ext cx="1714500" cy="1095300"/>
          </a:xfrm>
          <a:prstGeom prst="roundRect">
            <a:avLst>
              <a:gd fmla="val 16667" name="adj"/>
            </a:avLst>
          </a:prstGeom>
          <a:solidFill>
            <a:srgbClr val="D3E1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latin typeface="Titillium Web"/>
                <a:ea typeface="Titillium Web"/>
                <a:cs typeface="Titillium Web"/>
                <a:sym typeface="Titillium Web"/>
              </a:rPr>
              <a:t>Calls</a:t>
            </a:r>
            <a:endParaRPr b="1" sz="12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010000"/>
                </a:solidFill>
              </a:rPr>
              <a:t>Звонки</a:t>
            </a:r>
            <a:endParaRPr b="1" sz="1200">
              <a:solidFill>
                <a:srgbClr val="01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" sz="1000"/>
              <a:t>статусы, длительность, менеджеры, </a:t>
            </a:r>
            <a:r>
              <a:rPr lang="ru" sz="1000">
                <a:latin typeface="Titillium Web"/>
                <a:ea typeface="Titillium Web"/>
                <a:cs typeface="Titillium Web"/>
                <a:sym typeface="Titillium Web"/>
              </a:rPr>
              <a:t>contact_id</a:t>
            </a:r>
            <a:endParaRPr b="1" sz="1200">
              <a:solidFill>
                <a:srgbClr val="010000"/>
              </a:solidFill>
            </a:endParaRPr>
          </a:p>
        </p:txBody>
      </p:sp>
      <p:sp>
        <p:nvSpPr>
          <p:cNvPr id="2084" name="Google Shape;2084;p44"/>
          <p:cNvSpPr/>
          <p:nvPr/>
        </p:nvSpPr>
        <p:spPr>
          <a:xfrm>
            <a:off x="6134513" y="654176"/>
            <a:ext cx="1714500" cy="1095300"/>
          </a:xfrm>
          <a:prstGeom prst="roundRect">
            <a:avLst>
              <a:gd fmla="val 16667" name="adj"/>
            </a:avLst>
          </a:prstGeom>
          <a:solidFill>
            <a:srgbClr val="D0E6BE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latin typeface="Titillium Web"/>
                <a:ea typeface="Titillium Web"/>
                <a:cs typeface="Titillium Web"/>
                <a:sym typeface="Titillium Web"/>
              </a:rPr>
              <a:t>Deals</a:t>
            </a:r>
            <a:endParaRPr b="1" sz="12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010000"/>
                </a:solidFill>
              </a:rPr>
              <a:t>Сделки</a:t>
            </a:r>
            <a:endParaRPr b="1" sz="1200">
              <a:solidFill>
                <a:srgbClr val="01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" sz="1000"/>
              <a:t>студенты, продукты, деньги, причины потерь</a:t>
            </a:r>
            <a:endParaRPr b="1" sz="1200">
              <a:solidFill>
                <a:srgbClr val="010000"/>
              </a:solidFill>
            </a:endParaRPr>
          </a:p>
        </p:txBody>
      </p:sp>
      <p:sp>
        <p:nvSpPr>
          <p:cNvPr id="2085" name="Google Shape;2085;p44"/>
          <p:cNvSpPr/>
          <p:nvPr/>
        </p:nvSpPr>
        <p:spPr>
          <a:xfrm>
            <a:off x="1657350" y="2974463"/>
            <a:ext cx="1714500" cy="1095300"/>
          </a:xfrm>
          <a:prstGeom prst="roundRect">
            <a:avLst>
              <a:gd fmla="val 16667" name="adj"/>
            </a:avLst>
          </a:prstGeom>
          <a:solidFill>
            <a:srgbClr val="F8DEC4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latin typeface="Titillium Web"/>
                <a:ea typeface="Titillium Web"/>
                <a:cs typeface="Titillium Web"/>
                <a:sym typeface="Titillium Web"/>
              </a:rPr>
              <a:t>Spend</a:t>
            </a:r>
            <a:endParaRPr b="1" sz="12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010000"/>
                </a:solidFill>
              </a:rPr>
              <a:t>Реклама</a:t>
            </a:r>
            <a:endParaRPr b="1" sz="1200">
              <a:solidFill>
                <a:srgbClr val="01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" sz="1000"/>
              <a:t>источники, кампании, клики и расходы</a:t>
            </a:r>
            <a:endParaRPr b="1" sz="1200">
              <a:solidFill>
                <a:srgbClr val="010000"/>
              </a:solidFill>
            </a:endParaRPr>
          </a:p>
        </p:txBody>
      </p:sp>
      <p:sp>
        <p:nvSpPr>
          <p:cNvPr id="2086" name="Google Shape;2086;p44"/>
          <p:cNvSpPr txBox="1"/>
          <p:nvPr/>
        </p:nvSpPr>
        <p:spPr>
          <a:xfrm>
            <a:off x="3247200" y="958275"/>
            <a:ext cx="21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000" u="none" cap="none" strike="noStrike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Contacts.id  ←  Deals.contact_id</a:t>
            </a:r>
            <a:endParaRPr b="1" i="0" sz="10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7" name="Google Shape;2087;p44"/>
          <p:cNvSpPr txBox="1"/>
          <p:nvPr/>
        </p:nvSpPr>
        <p:spPr>
          <a:xfrm>
            <a:off x="1780500" y="2162850"/>
            <a:ext cx="192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000" u="none" cap="none" strike="noStrike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Contacts.id  ←  Calls.contact_id</a:t>
            </a:r>
            <a:endParaRPr b="1" i="0" sz="10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8" name="Google Shape;2088;p44"/>
          <p:cNvSpPr txBox="1"/>
          <p:nvPr/>
        </p:nvSpPr>
        <p:spPr>
          <a:xfrm>
            <a:off x="3671775" y="3227913"/>
            <a:ext cx="334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000" u="none" cap="none" strike="noStrike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Spend.source / campaign  ↔  Deals.source / campaign</a:t>
            </a:r>
            <a:endParaRPr b="1" i="0" sz="10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9" name="Google Shape;2089;p44"/>
          <p:cNvSpPr/>
          <p:nvPr/>
        </p:nvSpPr>
        <p:spPr>
          <a:xfrm>
            <a:off x="142700" y="4273200"/>
            <a:ext cx="7233900" cy="7560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273E84"/>
                </a:solidFill>
              </a:rPr>
              <a:t>Основная аналитическая таблица строилась вокруг Deals: там определяются студенты, продукты и деньги.</a:t>
            </a:r>
            <a:endParaRPr b="1" sz="1200">
              <a:solidFill>
                <a:srgbClr val="273E8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273E84"/>
                </a:solidFill>
              </a:rPr>
              <a:t>На основе этой же таблицы с помощью merge позже формировались таблицы для бизнес аналитики и юнит экономики</a:t>
            </a:r>
            <a:endParaRPr b="1" sz="1200">
              <a:solidFill>
                <a:srgbClr val="273E84"/>
              </a:solidFill>
            </a:endParaRPr>
          </a:p>
        </p:txBody>
      </p:sp>
      <p:cxnSp>
        <p:nvCxnSpPr>
          <p:cNvPr id="2090" name="Google Shape;2090;p44"/>
          <p:cNvCxnSpPr>
            <a:stCxn id="2084" idx="1"/>
            <a:endCxn id="2082" idx="3"/>
          </p:cNvCxnSpPr>
          <p:nvPr/>
        </p:nvCxnSpPr>
        <p:spPr>
          <a:xfrm rot="10800000">
            <a:off x="2638013" y="1201826"/>
            <a:ext cx="349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1" name="Google Shape;2091;p44"/>
          <p:cNvCxnSpPr>
            <a:stCxn id="2083" idx="1"/>
          </p:cNvCxnSpPr>
          <p:nvPr/>
        </p:nvCxnSpPr>
        <p:spPr>
          <a:xfrm rot="10800000">
            <a:off x="1789350" y="2360176"/>
            <a:ext cx="19254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2" name="Google Shape;2092;p44"/>
          <p:cNvCxnSpPr>
            <a:endCxn id="2082" idx="2"/>
          </p:cNvCxnSpPr>
          <p:nvPr/>
        </p:nvCxnSpPr>
        <p:spPr>
          <a:xfrm flipH="1" rot="10800000">
            <a:off x="1779263" y="1749476"/>
            <a:ext cx="1500" cy="59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3" name="Google Shape;2093;p44"/>
          <p:cNvCxnSpPr>
            <a:endCxn id="2085" idx="3"/>
          </p:cNvCxnSpPr>
          <p:nvPr/>
        </p:nvCxnSpPr>
        <p:spPr>
          <a:xfrm flipH="1">
            <a:off x="3371850" y="3501714"/>
            <a:ext cx="3598800" cy="2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4" name="Google Shape;2094;p44"/>
          <p:cNvCxnSpPr>
            <a:endCxn id="2084" idx="2"/>
          </p:cNvCxnSpPr>
          <p:nvPr/>
        </p:nvCxnSpPr>
        <p:spPr>
          <a:xfrm flipH="1" rot="10800000">
            <a:off x="6981563" y="1749476"/>
            <a:ext cx="10200" cy="178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5" name="Google Shape;2095;p44"/>
          <p:cNvSpPr/>
          <p:nvPr/>
        </p:nvSpPr>
        <p:spPr>
          <a:xfrm>
            <a:off x="7257425" y="2022425"/>
            <a:ext cx="1620918" cy="1898748"/>
          </a:xfrm>
          <a:prstGeom prst="flowChartMultidocument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Данные позволили проследить путь клиента: реклама → лид → звонки → студент → выручка. 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45"/>
          <p:cNvSpPr/>
          <p:nvPr/>
        </p:nvSpPr>
        <p:spPr>
          <a:xfrm>
            <a:off x="204975" y="1625525"/>
            <a:ext cx="8619900" cy="3403800"/>
          </a:xfrm>
          <a:prstGeom prst="roundRect">
            <a:avLst>
              <a:gd fmla="val 6278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2101" name="Google Shape;2101;p45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2" name="Google Shape;2102;p45"/>
          <p:cNvCxnSpPr/>
          <p:nvPr/>
        </p:nvCxnSpPr>
        <p:spPr>
          <a:xfrm>
            <a:off x="457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3" name="Google Shape;2103;p45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4" name="Google Shape;2104;p45"/>
          <p:cNvCxnSpPr/>
          <p:nvPr/>
        </p:nvCxnSpPr>
        <p:spPr>
          <a:xfrm>
            <a:off x="1371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5" name="Google Shape;2105;p45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6" name="Google Shape;2106;p45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7" name="Google Shape;2107;p45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8" name="Google Shape;2108;p45"/>
          <p:cNvCxnSpPr/>
          <p:nvPr/>
        </p:nvCxnSpPr>
        <p:spPr>
          <a:xfrm>
            <a:off x="3200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9" name="Google Shape;2109;p45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0" name="Google Shape;2110;p45"/>
          <p:cNvCxnSpPr/>
          <p:nvPr/>
        </p:nvCxnSpPr>
        <p:spPr>
          <a:xfrm>
            <a:off x="4114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1" name="Google Shape;2111;p45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2" name="Google Shape;2112;p45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3" name="Google Shape;2113;p45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4" name="Google Shape;2114;p45"/>
          <p:cNvCxnSpPr/>
          <p:nvPr/>
        </p:nvCxnSpPr>
        <p:spPr>
          <a:xfrm>
            <a:off x="5943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5" name="Google Shape;2115;p45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6" name="Google Shape;2116;p45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7" name="Google Shape;2117;p45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8" name="Google Shape;2118;p45"/>
          <p:cNvCxnSpPr/>
          <p:nvPr/>
        </p:nvCxnSpPr>
        <p:spPr>
          <a:xfrm>
            <a:off x="7772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9" name="Google Shape;2119;p45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0" name="Google Shape;2120;p45"/>
          <p:cNvCxnSpPr/>
          <p:nvPr/>
        </p:nvCxnSpPr>
        <p:spPr>
          <a:xfrm>
            <a:off x="8686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1" name="Google Shape;2121;p45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2" name="Google Shape;2122;p45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3" name="Google Shape;2123;p45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4" name="Google Shape;2124;p45"/>
          <p:cNvCxnSpPr/>
          <p:nvPr/>
        </p:nvCxnSpPr>
        <p:spPr>
          <a:xfrm>
            <a:off x="79725" y="720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5" name="Google Shape;2125;p45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6" name="Google Shape;2126;p45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7" name="Google Shape;2127;p45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8" name="Google Shape;2128;p45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9" name="Google Shape;2129;p45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0" name="Google Shape;2130;p45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1" name="Google Shape;2131;p45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2" name="Google Shape;2132;p45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3" name="Google Shape;2133;p45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4" name="Google Shape;2134;p45"/>
          <p:cNvSpPr/>
          <p:nvPr/>
        </p:nvSpPr>
        <p:spPr>
          <a:xfrm>
            <a:off x="0" y="171451"/>
            <a:ext cx="12573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5" name="Google Shape;2135;p45"/>
          <p:cNvSpPr/>
          <p:nvPr/>
        </p:nvSpPr>
        <p:spPr>
          <a:xfrm>
            <a:off x="0" y="342901"/>
            <a:ext cx="6858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6" name="Google Shape;2136;p45"/>
          <p:cNvSpPr/>
          <p:nvPr/>
        </p:nvSpPr>
        <p:spPr>
          <a:xfrm>
            <a:off x="8734425" y="4667375"/>
            <a:ext cx="362100" cy="362100"/>
          </a:xfrm>
          <a:prstGeom prst="ellipse">
            <a:avLst/>
          </a:prstGeom>
          <a:solidFill>
            <a:srgbClr val="305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7" name="Google Shape;2137;p45"/>
          <p:cNvSpPr/>
          <p:nvPr/>
        </p:nvSpPr>
        <p:spPr>
          <a:xfrm>
            <a:off x="8829675" y="4765600"/>
            <a:ext cx="171600" cy="1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8" name="Google Shape;2138;p45"/>
          <p:cNvSpPr txBox="1"/>
          <p:nvPr/>
        </p:nvSpPr>
        <p:spPr>
          <a:xfrm>
            <a:off x="7667625" y="4336795"/>
            <a:ext cx="876300" cy="41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" sz="2100" u="none" cap="none" strike="noStrike">
                <a:solidFill>
                  <a:srgbClr val="FFC21F"/>
                </a:solidFill>
                <a:latin typeface="Arial"/>
                <a:ea typeface="Arial"/>
                <a:cs typeface="Arial"/>
                <a:sym typeface="Arial"/>
              </a:rPr>
              <a:t>⌁⌁⌁</a:t>
            </a:r>
            <a:endParaRPr b="1" i="0" sz="2100" u="none" cap="none" strike="noStrike">
              <a:solidFill>
                <a:srgbClr val="FFC2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9" name="Google Shape;2139;p45"/>
          <p:cNvSpPr txBox="1"/>
          <p:nvPr/>
        </p:nvSpPr>
        <p:spPr>
          <a:xfrm>
            <a:off x="1169700" y="66663"/>
            <a:ext cx="74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" sz="20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Очистка данных: единый подход для всех таблиц</a:t>
            </a:r>
            <a:endParaRPr b="1" i="0" sz="20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0" name="Google Shape;2140;p45"/>
          <p:cNvSpPr/>
          <p:nvPr/>
        </p:nvSpPr>
        <p:spPr>
          <a:xfrm>
            <a:off x="158026" y="769888"/>
            <a:ext cx="1190700" cy="552600"/>
          </a:xfrm>
          <a:prstGeom prst="roundRect">
            <a:avLst>
              <a:gd fmla="val 16667" name="adj"/>
            </a:avLst>
          </a:prstGeom>
          <a:solidFill>
            <a:srgbClr val="D3E1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273E84"/>
                </a:solidFill>
              </a:rPr>
              <a:t>Загрузка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41" name="Google Shape;2141;p45"/>
          <p:cNvSpPr/>
          <p:nvPr/>
        </p:nvSpPr>
        <p:spPr>
          <a:xfrm>
            <a:off x="1495311" y="769900"/>
            <a:ext cx="1558500" cy="552600"/>
          </a:xfrm>
          <a:prstGeom prst="roundRect">
            <a:avLst>
              <a:gd fmla="val 16667" name="adj"/>
            </a:avLst>
          </a:prstGeom>
          <a:solidFill>
            <a:srgbClr val="D3E1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273E84"/>
                </a:solidFill>
              </a:rPr>
              <a:t>Работа с т</a:t>
            </a:r>
            <a:r>
              <a:rPr b="1" lang="ru" sz="1200">
                <a:solidFill>
                  <a:srgbClr val="273E84"/>
                </a:solidFill>
              </a:rPr>
              <a:t>ипами данных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2" name="Google Shape;2142;p45"/>
          <p:cNvSpPr/>
          <p:nvPr/>
        </p:nvSpPr>
        <p:spPr>
          <a:xfrm>
            <a:off x="3217551" y="769888"/>
            <a:ext cx="1190700" cy="552600"/>
          </a:xfrm>
          <a:prstGeom prst="roundRect">
            <a:avLst>
              <a:gd fmla="val 16667" name="adj"/>
            </a:avLst>
          </a:prstGeom>
          <a:solidFill>
            <a:srgbClr val="D3E1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273E84"/>
                </a:solidFill>
              </a:rPr>
              <a:t>Работа с п</a:t>
            </a:r>
            <a:r>
              <a:rPr b="1" lang="ru" sz="1200">
                <a:solidFill>
                  <a:srgbClr val="273E84"/>
                </a:solidFill>
              </a:rPr>
              <a:t>ропусками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3" name="Google Shape;2143;p45"/>
          <p:cNvSpPr/>
          <p:nvPr/>
        </p:nvSpPr>
        <p:spPr>
          <a:xfrm>
            <a:off x="4580576" y="769888"/>
            <a:ext cx="1190700" cy="552600"/>
          </a:xfrm>
          <a:prstGeom prst="roundRect">
            <a:avLst>
              <a:gd fmla="val 16667" name="adj"/>
            </a:avLst>
          </a:prstGeom>
          <a:solidFill>
            <a:srgbClr val="D3E1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273E84"/>
                </a:solidFill>
              </a:rPr>
              <a:t>Работа с д</a:t>
            </a:r>
            <a:r>
              <a:rPr b="1" lang="ru" sz="1200">
                <a:solidFill>
                  <a:srgbClr val="273E84"/>
                </a:solidFill>
              </a:rPr>
              <a:t>ублями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44" name="Google Shape;2144;p45"/>
          <p:cNvSpPr/>
          <p:nvPr/>
        </p:nvSpPr>
        <p:spPr>
          <a:xfrm>
            <a:off x="5966812" y="769900"/>
            <a:ext cx="1558500" cy="552600"/>
          </a:xfrm>
          <a:prstGeom prst="roundRect">
            <a:avLst>
              <a:gd fmla="val 16667" name="adj"/>
            </a:avLst>
          </a:prstGeom>
          <a:solidFill>
            <a:srgbClr val="D3E1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273E84"/>
                </a:solidFill>
              </a:rPr>
              <a:t>Работа с бизнес дублями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5" name="Google Shape;2145;p45"/>
          <p:cNvSpPr/>
          <p:nvPr/>
        </p:nvSpPr>
        <p:spPr>
          <a:xfrm>
            <a:off x="7634251" y="769888"/>
            <a:ext cx="1190700" cy="552600"/>
          </a:xfrm>
          <a:prstGeom prst="roundRect">
            <a:avLst>
              <a:gd fmla="val 16667" name="adj"/>
            </a:avLst>
          </a:prstGeom>
          <a:solidFill>
            <a:srgbClr val="D3E1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273E84"/>
                </a:solidFill>
              </a:rPr>
              <a:t>Сохранение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6" name="Google Shape;2146;p45"/>
          <p:cNvSpPr/>
          <p:nvPr/>
        </p:nvSpPr>
        <p:spPr>
          <a:xfrm rot="-5400000">
            <a:off x="-988350" y="3019875"/>
            <a:ext cx="3222600" cy="5763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ru" sz="1600">
                <a:solidFill>
                  <a:srgbClr val="273E84"/>
                </a:solidFill>
              </a:rPr>
              <a:t>Ключевые решения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147" name="Google Shape;2147;p45"/>
          <p:cNvSpPr/>
          <p:nvPr/>
        </p:nvSpPr>
        <p:spPr>
          <a:xfrm>
            <a:off x="1021500" y="1779550"/>
            <a:ext cx="7665300" cy="362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>
                <a:solidFill>
                  <a:srgbClr val="273E84"/>
                </a:solidFill>
              </a:rPr>
              <a:t>• ID сохранены строками для корректных объединений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148" name="Google Shape;2148;p45"/>
          <p:cNvSpPr/>
          <p:nvPr/>
        </p:nvSpPr>
        <p:spPr>
          <a:xfrm>
            <a:off x="1021500" y="2261375"/>
            <a:ext cx="7665300" cy="362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273E84"/>
                </a:solidFill>
              </a:rPr>
              <a:t>• Денежные поля initial_amount_paid и offer_total_amount были очищены от валютных символов, пробелов и нестандартных символов, после чего приведены к числовому формату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149" name="Google Shape;2149;p45"/>
          <p:cNvSpPr/>
          <p:nvPr/>
        </p:nvSpPr>
        <p:spPr>
          <a:xfrm>
            <a:off x="1021500" y="4537500"/>
            <a:ext cx="7665300" cy="362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• is_student </a:t>
            </a:r>
            <a:r>
              <a:rPr lang="ru" sz="1200">
                <a:solidFill>
                  <a:srgbClr val="273E84"/>
                </a:solidFill>
              </a:rPr>
              <a:t>создан через </a:t>
            </a:r>
            <a:r>
              <a:rPr lang="ru" sz="1200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months_of_study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150" name="Google Shape;2150;p45"/>
          <p:cNvSpPr/>
          <p:nvPr/>
        </p:nvSpPr>
        <p:spPr>
          <a:xfrm>
            <a:off x="1021500" y="3194250"/>
            <a:ext cx="7665300" cy="362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273E84"/>
                </a:solidFill>
              </a:rPr>
              <a:t>• даты приведены к datetime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151" name="Google Shape;2151;p45"/>
          <p:cNvSpPr/>
          <p:nvPr/>
        </p:nvSpPr>
        <p:spPr>
          <a:xfrm>
            <a:off x="1021500" y="2730888"/>
            <a:ext cx="7665300" cy="362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273E84"/>
                </a:solidFill>
              </a:rPr>
              <a:t>• </a:t>
            </a:r>
            <a:r>
              <a:rPr lang="ru" sz="1200">
                <a:solidFill>
                  <a:srgbClr val="273E84"/>
                </a:solidFill>
              </a:rPr>
              <a:t>Поле city было нормализовано: значения приведены к строковому формату, убраны лишние пробелы и дополнительная информация после запятой </a:t>
            </a:r>
            <a:endParaRPr sz="1200">
              <a:solidFill>
                <a:srgbClr val="273E84"/>
              </a:solidFill>
            </a:endParaRPr>
          </a:p>
        </p:txBody>
      </p:sp>
      <p:sp>
        <p:nvSpPr>
          <p:cNvPr id="2152" name="Google Shape;2152;p45"/>
          <p:cNvSpPr/>
          <p:nvPr/>
        </p:nvSpPr>
        <p:spPr>
          <a:xfrm>
            <a:off x="1021500" y="3657600"/>
            <a:ext cx="7665300" cy="733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273E84"/>
                </a:solidFill>
              </a:rPr>
              <a:t>•</a:t>
            </a:r>
            <a:r>
              <a:rPr lang="ru" sz="1200">
                <a:solidFill>
                  <a:srgbClr val="273E84"/>
                </a:solidFill>
              </a:rPr>
              <a:t> </a:t>
            </a:r>
            <a:r>
              <a:rPr lang="ru" sz="1200">
                <a:solidFill>
                  <a:srgbClr val="273E84"/>
                </a:solidFill>
              </a:rPr>
              <a:t>Поле level_of_deutsch содержит значения в разных форматах: латиница, кириллица, смешанный регистр и свободный текст. Для анализа был создан нормализованный столбец level_of_deutsch_clean, где значения приведены к стандартным уровням: A0, A1, A2, B1, B2, C1, C2.</a:t>
            </a:r>
            <a:endParaRPr sz="1200">
              <a:solidFill>
                <a:srgbClr val="273E84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156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7" name="Google Shape;2157;p46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8" name="Google Shape;2158;p46"/>
          <p:cNvCxnSpPr/>
          <p:nvPr/>
        </p:nvCxnSpPr>
        <p:spPr>
          <a:xfrm>
            <a:off x="457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9" name="Google Shape;2159;p46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0" name="Google Shape;2160;p46"/>
          <p:cNvCxnSpPr/>
          <p:nvPr/>
        </p:nvCxnSpPr>
        <p:spPr>
          <a:xfrm>
            <a:off x="1371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1" name="Google Shape;2161;p46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2" name="Google Shape;2162;p46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3" name="Google Shape;2163;p46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4" name="Google Shape;2164;p46"/>
          <p:cNvCxnSpPr/>
          <p:nvPr/>
        </p:nvCxnSpPr>
        <p:spPr>
          <a:xfrm>
            <a:off x="3200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5" name="Google Shape;2165;p46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6" name="Google Shape;2166;p46"/>
          <p:cNvCxnSpPr/>
          <p:nvPr/>
        </p:nvCxnSpPr>
        <p:spPr>
          <a:xfrm>
            <a:off x="4114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7" name="Google Shape;2167;p46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8" name="Google Shape;2168;p46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9" name="Google Shape;2169;p46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0" name="Google Shape;2170;p46"/>
          <p:cNvCxnSpPr/>
          <p:nvPr/>
        </p:nvCxnSpPr>
        <p:spPr>
          <a:xfrm>
            <a:off x="5943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1" name="Google Shape;2171;p46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2" name="Google Shape;2172;p46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3" name="Google Shape;2173;p46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4" name="Google Shape;2174;p46"/>
          <p:cNvCxnSpPr/>
          <p:nvPr/>
        </p:nvCxnSpPr>
        <p:spPr>
          <a:xfrm>
            <a:off x="7772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5" name="Google Shape;2175;p46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6" name="Google Shape;2176;p46"/>
          <p:cNvCxnSpPr/>
          <p:nvPr/>
        </p:nvCxnSpPr>
        <p:spPr>
          <a:xfrm>
            <a:off x="8686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7" name="Google Shape;2177;p46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8" name="Google Shape;2178;p46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9" name="Google Shape;2179;p46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0" name="Google Shape;2180;p46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1" name="Google Shape;2181;p46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2" name="Google Shape;2182;p46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3" name="Google Shape;2183;p46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4" name="Google Shape;2184;p46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5" name="Google Shape;2185;p46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6" name="Google Shape;2186;p46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7" name="Google Shape;2187;p46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8" name="Google Shape;2188;p46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9" name="Google Shape;2189;p46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0" name="Google Shape;2190;p46"/>
          <p:cNvSpPr/>
          <p:nvPr/>
        </p:nvSpPr>
        <p:spPr>
          <a:xfrm>
            <a:off x="0" y="171451"/>
            <a:ext cx="12573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1" name="Google Shape;2191;p46"/>
          <p:cNvSpPr/>
          <p:nvPr/>
        </p:nvSpPr>
        <p:spPr>
          <a:xfrm>
            <a:off x="0" y="342901"/>
            <a:ext cx="6858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2" name="Google Shape;2192;p46"/>
          <p:cNvSpPr/>
          <p:nvPr/>
        </p:nvSpPr>
        <p:spPr>
          <a:xfrm>
            <a:off x="8572500" y="4648200"/>
            <a:ext cx="361950" cy="361950"/>
          </a:xfrm>
          <a:prstGeom prst="ellipse">
            <a:avLst/>
          </a:prstGeom>
          <a:solidFill>
            <a:srgbClr val="305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3" name="Google Shape;2193;p46"/>
          <p:cNvSpPr/>
          <p:nvPr/>
        </p:nvSpPr>
        <p:spPr>
          <a:xfrm>
            <a:off x="8667750" y="4743450"/>
            <a:ext cx="171450" cy="171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4" name="Google Shape;2194;p46"/>
          <p:cNvSpPr txBox="1"/>
          <p:nvPr/>
        </p:nvSpPr>
        <p:spPr>
          <a:xfrm>
            <a:off x="685800" y="113184"/>
            <a:ext cx="7772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" sz="23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Ключевые решения при очистке данных</a:t>
            </a:r>
            <a:endParaRPr b="1" i="0" sz="23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46"/>
          <p:cNvSpPr/>
          <p:nvPr/>
        </p:nvSpPr>
        <p:spPr>
          <a:xfrm>
            <a:off x="246250" y="652400"/>
            <a:ext cx="2220900" cy="324000"/>
          </a:xfrm>
          <a:prstGeom prst="rect">
            <a:avLst/>
          </a:prstGeom>
          <a:solidFill>
            <a:srgbClr val="E06666"/>
          </a:solidFill>
          <a:ln cap="flat" cmpd="sng" w="15225">
            <a:solidFill>
              <a:srgbClr val="273E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chemeClr val="accent5"/>
                </a:solidFill>
              </a:rPr>
              <a:t>Проблема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96" name="Google Shape;2196;p46"/>
          <p:cNvSpPr/>
          <p:nvPr/>
        </p:nvSpPr>
        <p:spPr>
          <a:xfrm>
            <a:off x="2666050" y="661225"/>
            <a:ext cx="3310800" cy="324000"/>
          </a:xfrm>
          <a:prstGeom prst="rect">
            <a:avLst/>
          </a:prstGeom>
          <a:solidFill>
            <a:srgbClr val="6AA84F"/>
          </a:solidFill>
          <a:ln cap="flat" cmpd="sng" w="15225">
            <a:solidFill>
              <a:srgbClr val="273E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chemeClr val="accent5"/>
                </a:solidFill>
              </a:rPr>
              <a:t>Решение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7" name="Google Shape;2197;p46"/>
          <p:cNvSpPr/>
          <p:nvPr/>
        </p:nvSpPr>
        <p:spPr>
          <a:xfrm>
            <a:off x="6162600" y="672625"/>
            <a:ext cx="2762400" cy="324000"/>
          </a:xfrm>
          <a:prstGeom prst="rect">
            <a:avLst/>
          </a:prstGeom>
          <a:solidFill>
            <a:srgbClr val="273E84"/>
          </a:solidFill>
          <a:ln cap="flat" cmpd="sng" w="15225">
            <a:solidFill>
              <a:srgbClr val="273E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chemeClr val="accent5"/>
                </a:solidFill>
              </a:rPr>
              <a:t>Цель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98" name="Google Shape;2198;p46"/>
          <p:cNvSpPr/>
          <p:nvPr/>
        </p:nvSpPr>
        <p:spPr>
          <a:xfrm>
            <a:off x="245975" y="1109700"/>
            <a:ext cx="2203500" cy="1122900"/>
          </a:xfrm>
          <a:prstGeom prst="rect">
            <a:avLst/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273E84"/>
                </a:solidFill>
              </a:rPr>
              <a:t>бизнес-дубли: контакты с разными id, но одинаковыми contact_owner_name, created_time и modified_time.</a:t>
            </a:r>
            <a:endParaRPr sz="1100">
              <a:solidFill>
                <a:srgbClr val="273E8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199" name="Google Shape;2199;p46"/>
          <p:cNvSpPr/>
          <p:nvPr/>
        </p:nvSpPr>
        <p:spPr>
          <a:xfrm>
            <a:off x="2643225" y="1109700"/>
            <a:ext cx="3342600" cy="1122900"/>
          </a:xfrm>
          <a:prstGeom prst="rect">
            <a:avLst/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Маппинг — это таблица соответствий. Отвечает на вопрос: Какой старый contact_id нужно заменить на какой главный. Для них был создан mapping old_contact_id -&gt; master_contact_id, чтобы позже корректно перепривязать звонки и сделки к основному контакту в основном файле Deals </a:t>
            </a:r>
            <a:endParaRPr sz="1000">
              <a:solidFill>
                <a:srgbClr val="273E8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200" name="Google Shape;2200;p46"/>
          <p:cNvSpPr/>
          <p:nvPr/>
        </p:nvSpPr>
        <p:spPr>
          <a:xfrm>
            <a:off x="6162600" y="1109700"/>
            <a:ext cx="2762400" cy="1122900"/>
          </a:xfrm>
          <a:prstGeom prst="rect">
            <a:avLst/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73E84"/>
                </a:solidFill>
              </a:rPr>
              <a:t>сохранить связи с Calls и Deals</a:t>
            </a:r>
            <a:endParaRPr sz="1100">
              <a:solidFill>
                <a:srgbClr val="273E84"/>
              </a:solidFill>
            </a:endParaRPr>
          </a:p>
        </p:txBody>
      </p:sp>
      <p:sp>
        <p:nvSpPr>
          <p:cNvPr id="2201" name="Google Shape;2201;p46"/>
          <p:cNvSpPr/>
          <p:nvPr/>
        </p:nvSpPr>
        <p:spPr>
          <a:xfrm>
            <a:off x="232200" y="2352675"/>
            <a:ext cx="2220900" cy="717900"/>
          </a:xfrm>
          <a:prstGeom prst="rect">
            <a:avLst/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273E84"/>
                </a:solidFill>
              </a:rPr>
              <a:t>Пропуски </a:t>
            </a:r>
            <a:r>
              <a:rPr lang="ru" sz="1100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product fields</a:t>
            </a:r>
            <a:r>
              <a:rPr lang="ru" sz="1100">
                <a:solidFill>
                  <a:srgbClr val="273E84"/>
                </a:solidFill>
              </a:rPr>
              <a:t> и других столбцов</a:t>
            </a:r>
            <a:endParaRPr sz="1100">
              <a:solidFill>
                <a:srgbClr val="273E84"/>
              </a:solidFill>
            </a:endParaRPr>
          </a:p>
        </p:txBody>
      </p:sp>
      <p:sp>
        <p:nvSpPr>
          <p:cNvPr id="2202" name="Google Shape;2202;p46"/>
          <p:cNvSpPr/>
          <p:nvPr/>
        </p:nvSpPr>
        <p:spPr>
          <a:xfrm>
            <a:off x="2620875" y="2352675"/>
            <a:ext cx="3342600" cy="717900"/>
          </a:xfrm>
          <a:prstGeom prst="rect">
            <a:avLst/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backfill </a:t>
            </a:r>
            <a:r>
              <a:rPr lang="ru" sz="1000">
                <a:solidFill>
                  <a:srgbClr val="273E84"/>
                </a:solidFill>
              </a:rPr>
              <a:t>внутри </a:t>
            </a:r>
            <a:r>
              <a:rPr lang="ru" sz="1000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contact_id. Дозаполнение выполняется только по contact_id, то есть значение переносится между сделками одного и того же контакта.</a:t>
            </a:r>
            <a:endParaRPr sz="1000">
              <a:solidFill>
                <a:srgbClr val="273E8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203" name="Google Shape;2203;p46"/>
          <p:cNvSpPr/>
          <p:nvPr/>
        </p:nvSpPr>
        <p:spPr>
          <a:xfrm>
            <a:off x="6149175" y="2352675"/>
            <a:ext cx="2762400" cy="717900"/>
          </a:xfrm>
          <a:prstGeom prst="rect">
            <a:avLst/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273E84"/>
                </a:solidFill>
              </a:rPr>
              <a:t>Такой подход не создает данные из воздуха, а использует уже известную информацию по тому же клиенту.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46"/>
          <p:cNvSpPr/>
          <p:nvPr/>
        </p:nvSpPr>
        <p:spPr>
          <a:xfrm>
            <a:off x="232200" y="3167700"/>
            <a:ext cx="2220900" cy="324000"/>
          </a:xfrm>
          <a:prstGeom prst="rect">
            <a:avLst/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months_of_study</a:t>
            </a:r>
            <a:endParaRPr i="0" sz="1400" u="none" cap="none" strike="noStrike">
              <a:solidFill>
                <a:schemeClr val="lt1"/>
              </a:solidFill>
            </a:endParaRPr>
          </a:p>
        </p:txBody>
      </p:sp>
      <p:sp>
        <p:nvSpPr>
          <p:cNvPr id="2205" name="Google Shape;2205;p46"/>
          <p:cNvSpPr/>
          <p:nvPr/>
        </p:nvSpPr>
        <p:spPr>
          <a:xfrm>
            <a:off x="2629725" y="3167700"/>
            <a:ext cx="3342600" cy="324000"/>
          </a:xfrm>
          <a:prstGeom prst="rect">
            <a:avLst/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73E84"/>
                </a:solidFill>
              </a:rPr>
              <a:t>не заполняли искусственно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6" name="Google Shape;2206;p46"/>
          <p:cNvSpPr/>
          <p:nvPr/>
        </p:nvSpPr>
        <p:spPr>
          <a:xfrm>
            <a:off x="6149100" y="3167700"/>
            <a:ext cx="2762400" cy="324000"/>
          </a:xfrm>
          <a:prstGeom prst="rect">
            <a:avLst/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73E84"/>
                </a:solidFill>
              </a:rPr>
              <a:t>главный признак факта обучения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7" name="Google Shape;2207;p46"/>
          <p:cNvSpPr/>
          <p:nvPr/>
        </p:nvSpPr>
        <p:spPr>
          <a:xfrm>
            <a:off x="232200" y="3585038"/>
            <a:ext cx="2220900" cy="523800"/>
          </a:xfrm>
          <a:prstGeom prst="rect">
            <a:avLst/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course_duration / months_of_study</a:t>
            </a:r>
            <a:endParaRPr i="0" sz="1400" u="none" cap="none" strike="noStrike">
              <a:solidFill>
                <a:schemeClr val="lt1"/>
              </a:solidFill>
            </a:endParaRPr>
          </a:p>
        </p:txBody>
      </p:sp>
      <p:sp>
        <p:nvSpPr>
          <p:cNvPr id="2208" name="Google Shape;2208;p46"/>
          <p:cNvSpPr/>
          <p:nvPr/>
        </p:nvSpPr>
        <p:spPr>
          <a:xfrm>
            <a:off x="2621150" y="3585038"/>
            <a:ext cx="3342600" cy="523800"/>
          </a:xfrm>
          <a:prstGeom prst="rect">
            <a:avLst/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273E84"/>
                </a:solidFill>
              </a:rPr>
              <a:t>анализ не как непрерывные переменные, а категориальные поля, где значения просто числа, а не строки </a:t>
            </a:r>
            <a:endParaRPr sz="1000">
              <a:solidFill>
                <a:srgbClr val="273E84"/>
              </a:solidFill>
            </a:endParaRPr>
          </a:p>
        </p:txBody>
      </p:sp>
      <p:sp>
        <p:nvSpPr>
          <p:cNvPr id="2209" name="Google Shape;2209;p46"/>
          <p:cNvSpPr/>
          <p:nvPr/>
        </p:nvSpPr>
        <p:spPr>
          <a:xfrm>
            <a:off x="6149375" y="3585038"/>
            <a:ext cx="2762400" cy="523800"/>
          </a:xfrm>
          <a:prstGeom prst="rect">
            <a:avLst/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73E84"/>
                </a:solidFill>
              </a:rPr>
              <a:t>числа по типу, категории по смыслу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46"/>
          <p:cNvSpPr/>
          <p:nvPr/>
        </p:nvSpPr>
        <p:spPr>
          <a:xfrm>
            <a:off x="232200" y="4218563"/>
            <a:ext cx="2220900" cy="717900"/>
          </a:xfrm>
          <a:prstGeom prst="rect">
            <a:avLst/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500"/>
              </a:spcAft>
              <a:buNone/>
            </a:pPr>
            <a:r>
              <a:rPr lang="ru" sz="1000">
                <a:solidFill>
                  <a:srgbClr val="273E84"/>
                </a:solidFill>
              </a:rPr>
              <a:t>логические ошибки initial_amount_paid больше offer_total_amount или</a:t>
            </a:r>
            <a:br>
              <a:rPr lang="ru" sz="1000">
                <a:solidFill>
                  <a:srgbClr val="273E84"/>
                </a:solidFill>
              </a:rPr>
            </a:br>
            <a:r>
              <a:rPr lang="ru" sz="1000">
                <a:solidFill>
                  <a:srgbClr val="273E84"/>
                </a:solidFill>
              </a:rPr>
              <a:t>losing_date раньше created_time</a:t>
            </a:r>
            <a:endParaRPr sz="1000">
              <a:solidFill>
                <a:srgbClr val="273E84"/>
              </a:solidFill>
            </a:endParaRPr>
          </a:p>
        </p:txBody>
      </p:sp>
      <p:sp>
        <p:nvSpPr>
          <p:cNvPr id="2211" name="Google Shape;2211;p46"/>
          <p:cNvSpPr/>
          <p:nvPr/>
        </p:nvSpPr>
        <p:spPr>
          <a:xfrm>
            <a:off x="2606375" y="4218562"/>
            <a:ext cx="3342600" cy="717900"/>
          </a:xfrm>
          <a:prstGeom prst="rect">
            <a:avLst/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273E84"/>
                </a:solidFill>
              </a:rPr>
              <a:t>Для сделок со статусом Lost такие значения были исправлены: closing_date заменена на дату создания сделки. Суммы заменены если есть логика.</a:t>
            </a:r>
            <a:endParaRPr sz="1000">
              <a:solidFill>
                <a:srgbClr val="273E84"/>
              </a:solidFill>
            </a:endParaRPr>
          </a:p>
        </p:txBody>
      </p:sp>
      <p:sp>
        <p:nvSpPr>
          <p:cNvPr id="2212" name="Google Shape;2212;p46"/>
          <p:cNvSpPr/>
          <p:nvPr/>
        </p:nvSpPr>
        <p:spPr>
          <a:xfrm>
            <a:off x="6149375" y="4218567"/>
            <a:ext cx="2762400" cy="717900"/>
          </a:xfrm>
          <a:prstGeom prst="rect">
            <a:avLst/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73E84"/>
                </a:solidFill>
              </a:rPr>
              <a:t>Для получения логичного заполнения</a:t>
            </a:r>
            <a:endParaRPr sz="1100">
              <a:solidFill>
                <a:srgbClr val="273E84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17" name="Google Shape;2217;p47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8" name="Google Shape;2218;p47"/>
          <p:cNvCxnSpPr/>
          <p:nvPr/>
        </p:nvCxnSpPr>
        <p:spPr>
          <a:xfrm>
            <a:off x="457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9" name="Google Shape;2219;p47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0" name="Google Shape;2220;p47"/>
          <p:cNvCxnSpPr/>
          <p:nvPr/>
        </p:nvCxnSpPr>
        <p:spPr>
          <a:xfrm>
            <a:off x="1371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1" name="Google Shape;2221;p47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2" name="Google Shape;2222;p47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3" name="Google Shape;2223;p47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4" name="Google Shape;2224;p47"/>
          <p:cNvCxnSpPr/>
          <p:nvPr/>
        </p:nvCxnSpPr>
        <p:spPr>
          <a:xfrm>
            <a:off x="3200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5" name="Google Shape;2225;p47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6" name="Google Shape;2226;p47"/>
          <p:cNvCxnSpPr/>
          <p:nvPr/>
        </p:nvCxnSpPr>
        <p:spPr>
          <a:xfrm>
            <a:off x="4114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7" name="Google Shape;2227;p47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8" name="Google Shape;2228;p47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9" name="Google Shape;2229;p47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0" name="Google Shape;2230;p47"/>
          <p:cNvCxnSpPr/>
          <p:nvPr/>
        </p:nvCxnSpPr>
        <p:spPr>
          <a:xfrm>
            <a:off x="5943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1" name="Google Shape;2231;p47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2" name="Google Shape;2232;p47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3" name="Google Shape;2233;p47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4" name="Google Shape;2234;p47"/>
          <p:cNvCxnSpPr/>
          <p:nvPr/>
        </p:nvCxnSpPr>
        <p:spPr>
          <a:xfrm>
            <a:off x="7772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5" name="Google Shape;2235;p47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6" name="Google Shape;2236;p47"/>
          <p:cNvCxnSpPr/>
          <p:nvPr/>
        </p:nvCxnSpPr>
        <p:spPr>
          <a:xfrm>
            <a:off x="8686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7" name="Google Shape;2237;p47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8" name="Google Shape;2238;p47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9" name="Google Shape;2239;p47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0" name="Google Shape;2240;p47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1" name="Google Shape;2241;p47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2" name="Google Shape;2242;p47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3" name="Google Shape;2243;p47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4" name="Google Shape;2244;p47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5" name="Google Shape;2245;p47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6" name="Google Shape;2246;p47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7" name="Google Shape;2247;p47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8" name="Google Shape;2248;p47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9" name="Google Shape;2249;p47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0" name="Google Shape;2250;p47"/>
          <p:cNvSpPr/>
          <p:nvPr/>
        </p:nvSpPr>
        <p:spPr>
          <a:xfrm>
            <a:off x="0" y="171451"/>
            <a:ext cx="12573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1" name="Google Shape;2251;p47"/>
          <p:cNvSpPr/>
          <p:nvPr/>
        </p:nvSpPr>
        <p:spPr>
          <a:xfrm>
            <a:off x="0" y="342901"/>
            <a:ext cx="6858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47"/>
          <p:cNvSpPr/>
          <p:nvPr/>
        </p:nvSpPr>
        <p:spPr>
          <a:xfrm>
            <a:off x="8572500" y="4648200"/>
            <a:ext cx="361950" cy="361950"/>
          </a:xfrm>
          <a:prstGeom prst="ellipse">
            <a:avLst/>
          </a:prstGeom>
          <a:solidFill>
            <a:srgbClr val="305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3" name="Google Shape;2253;p47"/>
          <p:cNvSpPr/>
          <p:nvPr/>
        </p:nvSpPr>
        <p:spPr>
          <a:xfrm>
            <a:off x="8667750" y="4743450"/>
            <a:ext cx="171450" cy="171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4" name="Google Shape;2254;p47"/>
          <p:cNvSpPr txBox="1"/>
          <p:nvPr/>
        </p:nvSpPr>
        <p:spPr>
          <a:xfrm>
            <a:off x="1042800" y="77350"/>
            <a:ext cx="7287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" sz="22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Из отдельных таблиц собрана analytics_base</a:t>
            </a:r>
            <a:endParaRPr b="1" i="0" sz="22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5" name="Google Shape;2255;p47"/>
          <p:cNvSpPr/>
          <p:nvPr/>
        </p:nvSpPr>
        <p:spPr>
          <a:xfrm>
            <a:off x="476250" y="848900"/>
            <a:ext cx="1911000" cy="952500"/>
          </a:xfrm>
          <a:prstGeom prst="roundRect">
            <a:avLst>
              <a:gd fmla="val 16667" name="adj"/>
            </a:avLst>
          </a:prstGeom>
          <a:solidFill>
            <a:srgbClr val="D0E6BE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latin typeface="Titillium Web"/>
                <a:ea typeface="Titillium Web"/>
                <a:cs typeface="Titillium Web"/>
                <a:sym typeface="Titillium Web"/>
              </a:rPr>
              <a:t>Deals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010000"/>
                </a:solidFill>
              </a:rPr>
              <a:t>Основа</a:t>
            </a:r>
            <a:endParaRPr b="1" sz="1200">
              <a:solidFill>
                <a:srgbClr val="01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" sz="1000"/>
              <a:t>сделки, студенты, продукты и деньги</a:t>
            </a:r>
            <a:endParaRPr b="1" sz="1200">
              <a:solidFill>
                <a:srgbClr val="010000"/>
              </a:solidFill>
            </a:endParaRPr>
          </a:p>
        </p:txBody>
      </p:sp>
      <p:sp>
        <p:nvSpPr>
          <p:cNvPr id="2256" name="Google Shape;2256;p47"/>
          <p:cNvSpPr/>
          <p:nvPr/>
        </p:nvSpPr>
        <p:spPr>
          <a:xfrm>
            <a:off x="457200" y="2166525"/>
            <a:ext cx="1911000" cy="952500"/>
          </a:xfrm>
          <a:prstGeom prst="roundRect">
            <a:avLst>
              <a:gd fmla="val 16667" name="adj"/>
            </a:avLst>
          </a:prstGeom>
          <a:solidFill>
            <a:srgbClr val="D3E1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latin typeface="Titillium Web"/>
                <a:ea typeface="Titillium Web"/>
                <a:cs typeface="Titillium Web"/>
                <a:sym typeface="Titillium Web"/>
              </a:rPr>
              <a:t>Calls</a:t>
            </a:r>
            <a:endParaRPr b="1" sz="12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010000"/>
                </a:solidFill>
              </a:rPr>
              <a:t>Агрегация</a:t>
            </a:r>
            <a:endParaRPr b="1" sz="1200">
              <a:solidFill>
                <a:srgbClr val="01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" sz="1000"/>
              <a:t>calls_by_contact: звонки на уровне клиента</a:t>
            </a:r>
            <a:endParaRPr b="1" sz="1200">
              <a:solidFill>
                <a:srgbClr val="010000"/>
              </a:solidFill>
            </a:endParaRPr>
          </a:p>
        </p:txBody>
      </p:sp>
      <p:sp>
        <p:nvSpPr>
          <p:cNvPr id="2257" name="Google Shape;2257;p47"/>
          <p:cNvSpPr/>
          <p:nvPr/>
        </p:nvSpPr>
        <p:spPr>
          <a:xfrm>
            <a:off x="466725" y="3484150"/>
            <a:ext cx="1911000" cy="666900"/>
          </a:xfrm>
          <a:prstGeom prst="roundRect">
            <a:avLst>
              <a:gd fmla="val 16667" name="adj"/>
            </a:avLst>
          </a:prstGeom>
          <a:solidFill>
            <a:srgbClr val="F8DEC4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latin typeface="Titillium Web"/>
                <a:ea typeface="Titillium Web"/>
                <a:cs typeface="Titillium Web"/>
                <a:sym typeface="Titillium Web"/>
              </a:rPr>
              <a:t>Spend</a:t>
            </a:r>
            <a:endParaRPr b="1" sz="1200">
              <a:solidFill>
                <a:srgbClr val="01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010000"/>
                </a:solidFill>
              </a:rPr>
              <a:t>Агрегация</a:t>
            </a:r>
            <a:endParaRPr b="1" sz="1200">
              <a:solidFill>
                <a:srgbClr val="01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" sz="1000">
                <a:latin typeface="Titillium Web"/>
                <a:ea typeface="Titillium Web"/>
                <a:cs typeface="Titillium Web"/>
                <a:sym typeface="Titillium Web"/>
              </a:rPr>
              <a:t>spend_by_source_campaign: </a:t>
            </a:r>
            <a:r>
              <a:rPr lang="ru" sz="1000"/>
              <a:t>расходы кампаний</a:t>
            </a:r>
            <a:endParaRPr b="1" sz="1200">
              <a:solidFill>
                <a:srgbClr val="010000"/>
              </a:solidFill>
            </a:endParaRPr>
          </a:p>
        </p:txBody>
      </p:sp>
      <p:sp>
        <p:nvSpPr>
          <p:cNvPr id="2258" name="Google Shape;2258;p47"/>
          <p:cNvSpPr txBox="1"/>
          <p:nvPr/>
        </p:nvSpPr>
        <p:spPr>
          <a:xfrm>
            <a:off x="2667000" y="2235057"/>
            <a:ext cx="6667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305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1" i="0" sz="2800" u="none" cap="none" strike="noStrike">
              <a:solidFill>
                <a:srgbClr val="305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9" name="Google Shape;2259;p47"/>
          <p:cNvSpPr/>
          <p:nvPr/>
        </p:nvSpPr>
        <p:spPr>
          <a:xfrm>
            <a:off x="3524251" y="1809751"/>
            <a:ext cx="2524125" cy="1571625"/>
          </a:xfrm>
          <a:prstGeom prst="roundRect">
            <a:avLst>
              <a:gd fmla="val 16667" name="adj"/>
            </a:avLst>
          </a:prstGeom>
          <a:solidFill>
            <a:srgbClr val="D3E1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ru" sz="2100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analytics_base</a:t>
            </a:r>
            <a:endParaRPr b="1" sz="2100">
              <a:solidFill>
                <a:srgbClr val="273E84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>
                <a:solidFill>
                  <a:srgbClr val="273E84"/>
                </a:solidFill>
              </a:rPr>
              <a:t>единая таблица для анализа сделок, звонков и маркетинга</a:t>
            </a:r>
            <a:endParaRPr b="1" sz="2100">
              <a:solidFill>
                <a:srgbClr val="273E8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260" name="Google Shape;2260;p47"/>
          <p:cNvSpPr txBox="1"/>
          <p:nvPr/>
        </p:nvSpPr>
        <p:spPr>
          <a:xfrm>
            <a:off x="6334125" y="2235057"/>
            <a:ext cx="6667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3053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1" i="0" sz="2800" u="none" cap="none" strike="noStrike">
              <a:solidFill>
                <a:srgbClr val="305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1" name="Google Shape;2261;p47"/>
          <p:cNvSpPr/>
          <p:nvPr/>
        </p:nvSpPr>
        <p:spPr>
          <a:xfrm>
            <a:off x="7143750" y="2047875"/>
            <a:ext cx="1428750" cy="1143000"/>
          </a:xfrm>
          <a:prstGeom prst="roundRect">
            <a:avLst>
              <a:gd fmla="val 16667" name="adj"/>
            </a:avLst>
          </a:prstGeom>
          <a:solidFill>
            <a:srgbClr val="D0E6BE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/>
              <a:t>Анализ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010000"/>
                </a:solidFill>
              </a:rPr>
              <a:t>Выводы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" sz="1000"/>
              <a:t>воронка, деньги, источники, менеджеры, продукты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66" name="Google Shape;2266;p48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7" name="Google Shape;2267;p48"/>
          <p:cNvCxnSpPr/>
          <p:nvPr/>
        </p:nvCxnSpPr>
        <p:spPr>
          <a:xfrm>
            <a:off x="457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8" name="Google Shape;2268;p48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9" name="Google Shape;2269;p48"/>
          <p:cNvCxnSpPr/>
          <p:nvPr/>
        </p:nvCxnSpPr>
        <p:spPr>
          <a:xfrm>
            <a:off x="1371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0" name="Google Shape;2270;p48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1" name="Google Shape;2271;p48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2" name="Google Shape;2272;p48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3" name="Google Shape;2273;p48"/>
          <p:cNvCxnSpPr/>
          <p:nvPr/>
        </p:nvCxnSpPr>
        <p:spPr>
          <a:xfrm>
            <a:off x="3200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4" name="Google Shape;2274;p48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5" name="Google Shape;2275;p48"/>
          <p:cNvCxnSpPr/>
          <p:nvPr/>
        </p:nvCxnSpPr>
        <p:spPr>
          <a:xfrm>
            <a:off x="4114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6" name="Google Shape;2276;p48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7" name="Google Shape;2277;p48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8" name="Google Shape;2278;p48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9" name="Google Shape;2279;p48"/>
          <p:cNvCxnSpPr/>
          <p:nvPr/>
        </p:nvCxnSpPr>
        <p:spPr>
          <a:xfrm>
            <a:off x="5943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0" name="Google Shape;2280;p48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1" name="Google Shape;2281;p48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2" name="Google Shape;2282;p48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3" name="Google Shape;2283;p48"/>
          <p:cNvCxnSpPr/>
          <p:nvPr/>
        </p:nvCxnSpPr>
        <p:spPr>
          <a:xfrm>
            <a:off x="7772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4" name="Google Shape;2284;p48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5" name="Google Shape;2285;p48"/>
          <p:cNvCxnSpPr/>
          <p:nvPr/>
        </p:nvCxnSpPr>
        <p:spPr>
          <a:xfrm>
            <a:off x="8686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6" name="Google Shape;2286;p48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7" name="Google Shape;2287;p48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8" name="Google Shape;2288;p48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9" name="Google Shape;2289;p48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0" name="Google Shape;2290;p48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1" name="Google Shape;2291;p48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2" name="Google Shape;2292;p48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3" name="Google Shape;2293;p48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4" name="Google Shape;2294;p48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5" name="Google Shape;2295;p48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6" name="Google Shape;2296;p48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7" name="Google Shape;2297;p48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8" name="Google Shape;2298;p48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9" name="Google Shape;2299;p48"/>
          <p:cNvSpPr/>
          <p:nvPr/>
        </p:nvSpPr>
        <p:spPr>
          <a:xfrm>
            <a:off x="0" y="171451"/>
            <a:ext cx="12573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0" name="Google Shape;2300;p48"/>
          <p:cNvSpPr/>
          <p:nvPr/>
        </p:nvSpPr>
        <p:spPr>
          <a:xfrm>
            <a:off x="0" y="342901"/>
            <a:ext cx="6858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48"/>
          <p:cNvSpPr/>
          <p:nvPr/>
        </p:nvSpPr>
        <p:spPr>
          <a:xfrm>
            <a:off x="8572500" y="4648200"/>
            <a:ext cx="361950" cy="361950"/>
          </a:xfrm>
          <a:prstGeom prst="ellipse">
            <a:avLst/>
          </a:prstGeom>
          <a:solidFill>
            <a:srgbClr val="305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2" name="Google Shape;2302;p48"/>
          <p:cNvSpPr/>
          <p:nvPr/>
        </p:nvSpPr>
        <p:spPr>
          <a:xfrm>
            <a:off x="8667750" y="4743450"/>
            <a:ext cx="171450" cy="171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3" name="Google Shape;2303;p48"/>
          <p:cNvSpPr txBox="1"/>
          <p:nvPr/>
        </p:nvSpPr>
        <p:spPr>
          <a:xfrm>
            <a:off x="685800" y="113184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" sz="24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Ограничения анализа</a:t>
            </a:r>
            <a:endParaRPr b="1" i="0" sz="24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4" name="Google Shape;2304;p48"/>
          <p:cNvSpPr/>
          <p:nvPr/>
        </p:nvSpPr>
        <p:spPr>
          <a:xfrm>
            <a:off x="762000" y="1285876"/>
            <a:ext cx="2095500" cy="1095375"/>
          </a:xfrm>
          <a:prstGeom prst="roundRect">
            <a:avLst>
              <a:gd fmla="val 16667" name="adj"/>
            </a:avLst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273E84"/>
                </a:solidFill>
              </a:rPr>
              <a:t>Часть причин потерь не заполнена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5" name="Google Shape;2305;p48"/>
          <p:cNvSpPr/>
          <p:nvPr/>
        </p:nvSpPr>
        <p:spPr>
          <a:xfrm>
            <a:off x="3619500" y="1285876"/>
            <a:ext cx="2095500" cy="1095375"/>
          </a:xfrm>
          <a:prstGeom prst="roundRect">
            <a:avLst>
              <a:gd fmla="val 16667" name="adj"/>
            </a:avLst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273E84"/>
                </a:solidFill>
              </a:rPr>
              <a:t>Spend не связан напрямую с Product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06" name="Google Shape;2306;p48"/>
          <p:cNvSpPr/>
          <p:nvPr/>
        </p:nvSpPr>
        <p:spPr>
          <a:xfrm>
            <a:off x="6477000" y="1285876"/>
            <a:ext cx="2095500" cy="1095375"/>
          </a:xfrm>
          <a:prstGeom prst="roundRect">
            <a:avLst>
              <a:gd fmla="val 16667" name="adj"/>
            </a:avLst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CAC </a:t>
            </a:r>
            <a:r>
              <a:rPr b="1" lang="ru" sz="1200">
                <a:solidFill>
                  <a:srgbClr val="273E84"/>
                </a:solidFill>
              </a:rPr>
              <a:t>по продуктам оценочный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07" name="Google Shape;2307;p48"/>
          <p:cNvSpPr/>
          <p:nvPr/>
        </p:nvSpPr>
        <p:spPr>
          <a:xfrm>
            <a:off x="762000" y="2857501"/>
            <a:ext cx="2095500" cy="1095375"/>
          </a:xfrm>
          <a:prstGeom prst="roundRect">
            <a:avLst>
              <a:gd fmla="val 16667" name="adj"/>
            </a:avLst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SLA </a:t>
            </a:r>
            <a:r>
              <a:rPr b="1" lang="ru" sz="1200">
                <a:solidFill>
                  <a:srgbClr val="273E84"/>
                </a:solidFill>
              </a:rPr>
              <a:t>содержит экстремальные значения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48"/>
          <p:cNvSpPr/>
          <p:nvPr/>
        </p:nvSpPr>
        <p:spPr>
          <a:xfrm>
            <a:off x="3619500" y="2857501"/>
            <a:ext cx="2095500" cy="1095375"/>
          </a:xfrm>
          <a:prstGeom prst="roundRect">
            <a:avLst>
              <a:gd fmla="val 16667" name="adj"/>
            </a:avLst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273E84"/>
                </a:solidFill>
              </a:rPr>
              <a:t>A/B-тест спроектирован, но не проведен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9" name="Google Shape;2309;p48"/>
          <p:cNvSpPr/>
          <p:nvPr/>
        </p:nvSpPr>
        <p:spPr>
          <a:xfrm>
            <a:off x="6477000" y="2857501"/>
            <a:ext cx="2095500" cy="1095375"/>
          </a:xfrm>
          <a:prstGeom prst="roundRect">
            <a:avLst>
              <a:gd fmla="val 16667" name="adj"/>
            </a:avLst>
          </a:prstGeom>
          <a:solidFill>
            <a:srgbClr val="F0F2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rgbClr val="273E84"/>
                </a:solidFill>
              </a:rPr>
              <a:t>Часть </a:t>
            </a:r>
            <a:r>
              <a:rPr b="1" lang="ru" sz="1200">
                <a:solidFill>
                  <a:srgbClr val="273E84"/>
                </a:solidFill>
                <a:latin typeface="Titillium Web"/>
                <a:ea typeface="Titillium Web"/>
                <a:cs typeface="Titillium Web"/>
                <a:sym typeface="Titillium Web"/>
              </a:rPr>
              <a:t>CRM-</a:t>
            </a:r>
            <a:r>
              <a:rPr b="1" lang="ru" sz="1200">
                <a:solidFill>
                  <a:srgbClr val="273E84"/>
                </a:solidFill>
              </a:rPr>
              <a:t>полей заполнялась вручную</a:t>
            </a:r>
            <a:endParaRPr b="1" sz="1200">
              <a:solidFill>
                <a:srgbClr val="273E84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313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14" name="Google Shape;2314;p49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5" name="Google Shape;2315;p49"/>
          <p:cNvCxnSpPr/>
          <p:nvPr/>
        </p:nvCxnSpPr>
        <p:spPr>
          <a:xfrm>
            <a:off x="457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6" name="Google Shape;2316;p49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7" name="Google Shape;2317;p49"/>
          <p:cNvCxnSpPr/>
          <p:nvPr/>
        </p:nvCxnSpPr>
        <p:spPr>
          <a:xfrm>
            <a:off x="1371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8" name="Google Shape;2318;p49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9" name="Google Shape;2319;p49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0" name="Google Shape;2320;p49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1" name="Google Shape;2321;p49"/>
          <p:cNvCxnSpPr/>
          <p:nvPr/>
        </p:nvCxnSpPr>
        <p:spPr>
          <a:xfrm>
            <a:off x="3200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2" name="Google Shape;2322;p49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3" name="Google Shape;2323;p49"/>
          <p:cNvCxnSpPr/>
          <p:nvPr/>
        </p:nvCxnSpPr>
        <p:spPr>
          <a:xfrm>
            <a:off x="4114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4" name="Google Shape;2324;p49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5" name="Google Shape;2325;p49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6" name="Google Shape;2326;p49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7" name="Google Shape;2327;p49"/>
          <p:cNvCxnSpPr/>
          <p:nvPr/>
        </p:nvCxnSpPr>
        <p:spPr>
          <a:xfrm>
            <a:off x="5943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8" name="Google Shape;2328;p49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9" name="Google Shape;2329;p49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0" name="Google Shape;2330;p49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1" name="Google Shape;2331;p49"/>
          <p:cNvCxnSpPr/>
          <p:nvPr/>
        </p:nvCxnSpPr>
        <p:spPr>
          <a:xfrm>
            <a:off x="7772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2" name="Google Shape;2332;p49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3" name="Google Shape;2333;p49"/>
          <p:cNvCxnSpPr/>
          <p:nvPr/>
        </p:nvCxnSpPr>
        <p:spPr>
          <a:xfrm>
            <a:off x="8686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4" name="Google Shape;2334;p49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5" name="Google Shape;2335;p49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6" name="Google Shape;2336;p49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7" name="Google Shape;2337;p49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8" name="Google Shape;2338;p49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9" name="Google Shape;2339;p49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0" name="Google Shape;2340;p49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1" name="Google Shape;2341;p49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2" name="Google Shape;2342;p49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3" name="Google Shape;2343;p49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4" name="Google Shape;2344;p49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5" name="Google Shape;2345;p49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6" name="Google Shape;2346;p49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E8EA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7" name="Google Shape;2347;p49"/>
          <p:cNvSpPr/>
          <p:nvPr/>
        </p:nvSpPr>
        <p:spPr>
          <a:xfrm>
            <a:off x="0" y="171451"/>
            <a:ext cx="12573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8" name="Google Shape;2348;p49"/>
          <p:cNvSpPr/>
          <p:nvPr/>
        </p:nvSpPr>
        <p:spPr>
          <a:xfrm>
            <a:off x="0" y="342901"/>
            <a:ext cx="685800" cy="47625"/>
          </a:xfrm>
          <a:prstGeom prst="rect">
            <a:avLst/>
          </a:prstGeom>
          <a:solidFill>
            <a:srgbClr val="C367BE"/>
          </a:solidFill>
          <a:ln cap="flat" cmpd="sng" w="15225">
            <a:solidFill>
              <a:srgbClr val="C367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9" name="Google Shape;2349;p49"/>
          <p:cNvSpPr/>
          <p:nvPr/>
        </p:nvSpPr>
        <p:spPr>
          <a:xfrm>
            <a:off x="8572500" y="4648200"/>
            <a:ext cx="361950" cy="361950"/>
          </a:xfrm>
          <a:prstGeom prst="ellipse">
            <a:avLst/>
          </a:prstGeom>
          <a:solidFill>
            <a:srgbClr val="305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0" name="Google Shape;2350;p49"/>
          <p:cNvSpPr/>
          <p:nvPr/>
        </p:nvSpPr>
        <p:spPr>
          <a:xfrm>
            <a:off x="8667750" y="4743450"/>
            <a:ext cx="171450" cy="171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1" name="Google Shape;2351;p49"/>
          <p:cNvSpPr txBox="1"/>
          <p:nvPr/>
        </p:nvSpPr>
        <p:spPr>
          <a:xfrm>
            <a:off x="895350" y="241793"/>
            <a:ext cx="7772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" sz="22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Итог: данные показывают управляемую точку роста</a:t>
            </a:r>
            <a:endParaRPr b="1" i="0" sz="22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2" name="Google Shape;2352;p49"/>
          <p:cNvSpPr/>
          <p:nvPr/>
        </p:nvSpPr>
        <p:spPr>
          <a:xfrm>
            <a:off x="1047750" y="947739"/>
            <a:ext cx="7048500" cy="523800"/>
          </a:xfrm>
          <a:prstGeom prst="roundRect">
            <a:avLst>
              <a:gd fmla="val 16667" name="adj"/>
            </a:avLst>
          </a:prstGeom>
          <a:solidFill>
            <a:srgbClr val="D3E1F6"/>
          </a:solidFill>
          <a:ln cap="flat" cmpd="sng" w="15225">
            <a:solidFill>
              <a:srgbClr val="305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ru" sz="1700">
                <a:solidFill>
                  <a:srgbClr val="273E84"/>
                </a:solidFill>
              </a:rPr>
              <a:t>Данные очищены, объединены и проанализированы.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53" name="Google Shape;2353;p49"/>
          <p:cNvSpPr/>
          <p:nvPr/>
        </p:nvSpPr>
        <p:spPr>
          <a:xfrm>
            <a:off x="1047750" y="1616839"/>
            <a:ext cx="7048500" cy="523800"/>
          </a:xfrm>
          <a:prstGeom prst="roundRect">
            <a:avLst>
              <a:gd fmla="val 16667" name="adj"/>
            </a:avLst>
          </a:prstGeom>
          <a:solidFill>
            <a:srgbClr val="D0E6BE"/>
          </a:solidFill>
          <a:ln cap="flat" cmpd="sng" w="15225">
            <a:solidFill>
              <a:srgbClr val="6AA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ru" sz="1700">
                <a:solidFill>
                  <a:srgbClr val="273E84"/>
                </a:solidFill>
              </a:rPr>
              <a:t>Бизнес окупает маркетинговые расходы.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54" name="Google Shape;2354;p49"/>
          <p:cNvSpPr/>
          <p:nvPr/>
        </p:nvSpPr>
        <p:spPr>
          <a:xfrm>
            <a:off x="1047750" y="2285999"/>
            <a:ext cx="7048500" cy="523200"/>
          </a:xfrm>
          <a:prstGeom prst="roundRect">
            <a:avLst>
              <a:gd fmla="val 16667" name="adj"/>
            </a:avLst>
          </a:prstGeom>
          <a:solidFill>
            <a:srgbClr val="F8DEC4"/>
          </a:solidFill>
          <a:ln cap="flat" cmpd="sng" w="15225">
            <a:solidFill>
              <a:srgbClr val="F0A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ru" sz="1500">
                <a:solidFill>
                  <a:srgbClr val="273E84"/>
                </a:solidFill>
              </a:rPr>
              <a:t>Главная управляемая зона роста — повторный контакт после неуспешного звонка.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5" name="Google Shape;2355;p49"/>
          <p:cNvSpPr/>
          <p:nvPr/>
        </p:nvSpPr>
        <p:spPr>
          <a:xfrm>
            <a:off x="1047750" y="3667126"/>
            <a:ext cx="7048500" cy="523875"/>
          </a:xfrm>
          <a:prstGeom prst="roundRect">
            <a:avLst>
              <a:gd fmla="val 16667" name="adj"/>
            </a:avLst>
          </a:prstGeom>
          <a:solidFill>
            <a:srgbClr val="273E84"/>
          </a:solidFill>
          <a:ln cap="flat" cmpd="sng" w="15225">
            <a:solidFill>
              <a:srgbClr val="273E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ru" sz="1600">
                <a:solidFill>
                  <a:schemeClr val="accent5"/>
                </a:solidFill>
              </a:rPr>
              <a:t>Последнее действие до масштабирования - проведение</a:t>
            </a:r>
            <a:r>
              <a:rPr b="1" lang="ru" sz="1600">
                <a:solidFill>
                  <a:schemeClr val="accent5"/>
                </a:solidFill>
              </a:rPr>
              <a:t> A/B-теста. SMS + повторный звонок в течение часа.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6" name="Google Shape;2356;p49"/>
          <p:cNvSpPr txBox="1"/>
          <p:nvPr/>
        </p:nvSpPr>
        <p:spPr>
          <a:xfrm>
            <a:off x="1243350" y="4410075"/>
            <a:ext cx="654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ru">
                <a:solidFill>
                  <a:srgbClr val="273E84"/>
                </a:solidFill>
              </a:rPr>
              <a:t>Вывод: Надо н</a:t>
            </a:r>
            <a:r>
              <a:rPr b="1" i="0" lang="ru" sz="1400" u="none" cap="none" strike="noStrike">
                <a:solidFill>
                  <a:srgbClr val="273E84"/>
                </a:solidFill>
                <a:latin typeface="Arial"/>
                <a:ea typeface="Arial"/>
                <a:cs typeface="Arial"/>
                <a:sym typeface="Arial"/>
              </a:rPr>
              <a:t>е просто увеличивать рекламу, а лучше обрабатывать уже привлеченных лидов.</a:t>
            </a:r>
            <a:endParaRPr b="1" i="0" sz="1400" u="none" cap="none" strike="noStrike">
              <a:solidFill>
                <a:srgbClr val="273E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7" name="Google Shape;2357;p49"/>
          <p:cNvSpPr/>
          <p:nvPr/>
        </p:nvSpPr>
        <p:spPr>
          <a:xfrm>
            <a:off x="1047750" y="2971812"/>
            <a:ext cx="7048500" cy="523200"/>
          </a:xfrm>
          <a:prstGeom prst="roundRect">
            <a:avLst>
              <a:gd fmla="val 16667" name="adj"/>
            </a:avLst>
          </a:prstGeom>
          <a:solidFill>
            <a:srgbClr val="F8DEC4"/>
          </a:solidFill>
          <a:ln cap="flat" cmpd="sng" w="15225">
            <a:solidFill>
              <a:srgbClr val="F0A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ru" sz="1500">
                <a:solidFill>
                  <a:srgbClr val="273E84"/>
                </a:solidFill>
              </a:rPr>
              <a:t>Гипотеза обоснована данными, но пока не подтверждена: нулевая гипотеза не отклонена, поскольку A/B-тест еще не проведен.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50"/>
          <p:cNvSpPr txBox="1"/>
          <p:nvPr>
            <p:ph type="title"/>
          </p:nvPr>
        </p:nvSpPr>
        <p:spPr>
          <a:xfrm>
            <a:off x="3982663" y="525125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</a:pPr>
            <a:r>
              <a:rPr lang="ru"/>
              <a:t>Thanks!</a:t>
            </a:r>
            <a:endParaRPr/>
          </a:p>
        </p:txBody>
      </p:sp>
      <p:sp>
        <p:nvSpPr>
          <p:cNvPr id="2363" name="Google Shape;2363;p50"/>
          <p:cNvSpPr txBox="1"/>
          <p:nvPr>
            <p:ph idx="1" type="subTitle"/>
          </p:nvPr>
        </p:nvSpPr>
        <p:spPr>
          <a:xfrm>
            <a:off x="3982625" y="1763875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ru"/>
              <a:t>Do you have any questions?</a:t>
            </a:r>
            <a:endParaRPr b="1"/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"/>
              <a:t>has.work.de@gmail.com</a:t>
            </a:r>
            <a:endParaRPr/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"/>
              <a:t>+4916097370415</a:t>
            </a:r>
            <a:endParaRPr/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"/>
              <a:t>www.linkedin.com/in/andrii-hnelychko </a:t>
            </a:r>
            <a:endParaRPr/>
          </a:p>
        </p:txBody>
      </p:sp>
      <p:grpSp>
        <p:nvGrpSpPr>
          <p:cNvPr id="2364" name="Google Shape;2364;p50"/>
          <p:cNvGrpSpPr/>
          <p:nvPr/>
        </p:nvGrpSpPr>
        <p:grpSpPr>
          <a:xfrm>
            <a:off x="7981737" y="3002545"/>
            <a:ext cx="372143" cy="372104"/>
            <a:chOff x="1379798" y="1723250"/>
            <a:chExt cx="397887" cy="397887"/>
          </a:xfrm>
        </p:grpSpPr>
        <p:sp>
          <p:nvSpPr>
            <p:cNvPr id="2365" name="Google Shape;2365;p50"/>
            <p:cNvSpPr/>
            <p:nvPr/>
          </p:nvSpPr>
          <p:spPr>
            <a:xfrm>
              <a:off x="1462169" y="1793977"/>
              <a:ext cx="23354" cy="23312"/>
            </a:xfrm>
            <a:custGeom>
              <a:rect b="b" l="l" r="r" t="t"/>
              <a:pathLst>
                <a:path extrusionOk="0" h="1117" w="1119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p50"/>
            <p:cNvSpPr/>
            <p:nvPr/>
          </p:nvSpPr>
          <p:spPr>
            <a:xfrm>
              <a:off x="1379798" y="1723250"/>
              <a:ext cx="397887" cy="397887"/>
            </a:xfrm>
            <a:custGeom>
              <a:rect b="b" l="l" r="r" t="t"/>
              <a:pathLst>
                <a:path extrusionOk="0" h="19065" w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p50"/>
            <p:cNvSpPr/>
            <p:nvPr/>
          </p:nvSpPr>
          <p:spPr>
            <a:xfrm>
              <a:off x="1555413" y="1886846"/>
              <a:ext cx="139912" cy="163558"/>
            </a:xfrm>
            <a:custGeom>
              <a:rect b="b" l="l" r="r" t="t"/>
              <a:pathLst>
                <a:path extrusionOk="0" h="7837" w="6704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p50"/>
            <p:cNvSpPr/>
            <p:nvPr/>
          </p:nvSpPr>
          <p:spPr>
            <a:xfrm>
              <a:off x="1462169" y="1887200"/>
              <a:ext cx="23354" cy="163203"/>
            </a:xfrm>
            <a:custGeom>
              <a:rect b="b" l="l" r="r" t="t"/>
              <a:pathLst>
                <a:path extrusionOk="0" h="7820" w="1119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9" name="Google Shape;2369;p50"/>
          <p:cNvGrpSpPr/>
          <p:nvPr/>
        </p:nvGrpSpPr>
        <p:grpSpPr>
          <a:xfrm>
            <a:off x="359397" y="1268746"/>
            <a:ext cx="3521888" cy="2606003"/>
            <a:chOff x="615700" y="2804250"/>
            <a:chExt cx="2219350" cy="1642198"/>
          </a:xfrm>
        </p:grpSpPr>
        <p:sp>
          <p:nvSpPr>
            <p:cNvPr id="2370" name="Google Shape;2370;p50"/>
            <p:cNvSpPr/>
            <p:nvPr/>
          </p:nvSpPr>
          <p:spPr>
            <a:xfrm>
              <a:off x="1624829" y="4053320"/>
              <a:ext cx="49057" cy="38721"/>
            </a:xfrm>
            <a:custGeom>
              <a:rect b="b" l="l" r="r" t="t"/>
              <a:pathLst>
                <a:path extrusionOk="0" h="753" w="954">
                  <a:moveTo>
                    <a:pt x="201" y="1"/>
                  </a:moveTo>
                  <a:lnTo>
                    <a:pt x="1" y="302"/>
                  </a:lnTo>
                  <a:cubicBezTo>
                    <a:pt x="1" y="302"/>
                    <a:pt x="51" y="352"/>
                    <a:pt x="126" y="377"/>
                  </a:cubicBezTo>
                  <a:cubicBezTo>
                    <a:pt x="201" y="427"/>
                    <a:pt x="302" y="477"/>
                    <a:pt x="402" y="552"/>
                  </a:cubicBezTo>
                  <a:cubicBezTo>
                    <a:pt x="502" y="602"/>
                    <a:pt x="602" y="652"/>
                    <a:pt x="678" y="703"/>
                  </a:cubicBezTo>
                  <a:cubicBezTo>
                    <a:pt x="778" y="728"/>
                    <a:pt x="828" y="753"/>
                    <a:pt x="828" y="753"/>
                  </a:cubicBezTo>
                  <a:lnTo>
                    <a:pt x="953" y="427"/>
                  </a:lnTo>
                  <a:cubicBezTo>
                    <a:pt x="953" y="427"/>
                    <a:pt x="928" y="402"/>
                    <a:pt x="853" y="377"/>
                  </a:cubicBezTo>
                  <a:cubicBezTo>
                    <a:pt x="778" y="327"/>
                    <a:pt x="678" y="277"/>
                    <a:pt x="577" y="226"/>
                  </a:cubicBezTo>
                  <a:cubicBezTo>
                    <a:pt x="477" y="176"/>
                    <a:pt x="402" y="126"/>
                    <a:pt x="327" y="76"/>
                  </a:cubicBezTo>
                  <a:cubicBezTo>
                    <a:pt x="252" y="26"/>
                    <a:pt x="201" y="1"/>
                    <a:pt x="201" y="1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50"/>
            <p:cNvSpPr/>
            <p:nvPr/>
          </p:nvSpPr>
          <p:spPr>
            <a:xfrm>
              <a:off x="1569447" y="4012078"/>
              <a:ext cx="47720" cy="43863"/>
            </a:xfrm>
            <a:custGeom>
              <a:rect b="b" l="l" r="r" t="t"/>
              <a:pathLst>
                <a:path extrusionOk="0" h="853" w="928">
                  <a:moveTo>
                    <a:pt x="251" y="1"/>
                  </a:moveTo>
                  <a:lnTo>
                    <a:pt x="0" y="276"/>
                  </a:lnTo>
                  <a:cubicBezTo>
                    <a:pt x="0" y="276"/>
                    <a:pt x="25" y="327"/>
                    <a:pt x="100" y="377"/>
                  </a:cubicBezTo>
                  <a:cubicBezTo>
                    <a:pt x="176" y="427"/>
                    <a:pt x="251" y="502"/>
                    <a:pt x="351" y="577"/>
                  </a:cubicBezTo>
                  <a:cubicBezTo>
                    <a:pt x="451" y="652"/>
                    <a:pt x="527" y="728"/>
                    <a:pt x="602" y="778"/>
                  </a:cubicBezTo>
                  <a:cubicBezTo>
                    <a:pt x="652" y="828"/>
                    <a:pt x="702" y="853"/>
                    <a:pt x="702" y="853"/>
                  </a:cubicBezTo>
                  <a:lnTo>
                    <a:pt x="928" y="552"/>
                  </a:lnTo>
                  <a:cubicBezTo>
                    <a:pt x="928" y="552"/>
                    <a:pt x="877" y="527"/>
                    <a:pt x="827" y="477"/>
                  </a:cubicBezTo>
                  <a:cubicBezTo>
                    <a:pt x="752" y="427"/>
                    <a:pt x="677" y="352"/>
                    <a:pt x="577" y="276"/>
                  </a:cubicBezTo>
                  <a:cubicBezTo>
                    <a:pt x="501" y="226"/>
                    <a:pt x="401" y="151"/>
                    <a:pt x="351" y="101"/>
                  </a:cubicBezTo>
                  <a:cubicBezTo>
                    <a:pt x="276" y="51"/>
                    <a:pt x="251" y="1"/>
                    <a:pt x="251" y="1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2" name="Google Shape;2372;p50"/>
            <p:cNvSpPr/>
            <p:nvPr/>
          </p:nvSpPr>
          <p:spPr>
            <a:xfrm>
              <a:off x="1520440" y="3964409"/>
              <a:ext cx="45200" cy="46435"/>
            </a:xfrm>
            <a:custGeom>
              <a:rect b="b" l="l" r="r" t="t"/>
              <a:pathLst>
                <a:path extrusionOk="0" h="903" w="879">
                  <a:moveTo>
                    <a:pt x="277" y="0"/>
                  </a:moveTo>
                  <a:lnTo>
                    <a:pt x="1" y="226"/>
                  </a:lnTo>
                  <a:cubicBezTo>
                    <a:pt x="1" y="226"/>
                    <a:pt x="151" y="401"/>
                    <a:pt x="302" y="577"/>
                  </a:cubicBezTo>
                  <a:cubicBezTo>
                    <a:pt x="452" y="752"/>
                    <a:pt x="627" y="903"/>
                    <a:pt x="627" y="903"/>
                  </a:cubicBezTo>
                  <a:lnTo>
                    <a:pt x="878" y="627"/>
                  </a:lnTo>
                  <a:cubicBezTo>
                    <a:pt x="878" y="627"/>
                    <a:pt x="728" y="477"/>
                    <a:pt x="577" y="326"/>
                  </a:cubicBezTo>
                  <a:cubicBezTo>
                    <a:pt x="427" y="151"/>
                    <a:pt x="277" y="0"/>
                    <a:pt x="277" y="0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p50"/>
            <p:cNvSpPr/>
            <p:nvPr/>
          </p:nvSpPr>
          <p:spPr>
            <a:xfrm>
              <a:off x="1477913" y="3910260"/>
              <a:ext cx="42578" cy="49057"/>
            </a:xfrm>
            <a:custGeom>
              <a:rect b="b" l="l" r="r" t="t"/>
              <a:pathLst>
                <a:path extrusionOk="0" h="954" w="828">
                  <a:moveTo>
                    <a:pt x="302" y="1"/>
                  </a:moveTo>
                  <a:lnTo>
                    <a:pt x="1" y="201"/>
                  </a:lnTo>
                  <a:cubicBezTo>
                    <a:pt x="1" y="201"/>
                    <a:pt x="126" y="402"/>
                    <a:pt x="251" y="577"/>
                  </a:cubicBezTo>
                  <a:cubicBezTo>
                    <a:pt x="327" y="678"/>
                    <a:pt x="402" y="753"/>
                    <a:pt x="452" y="828"/>
                  </a:cubicBezTo>
                  <a:cubicBezTo>
                    <a:pt x="502" y="903"/>
                    <a:pt x="527" y="953"/>
                    <a:pt x="527" y="953"/>
                  </a:cubicBezTo>
                  <a:lnTo>
                    <a:pt x="828" y="728"/>
                  </a:lnTo>
                  <a:cubicBezTo>
                    <a:pt x="828" y="728"/>
                    <a:pt x="778" y="678"/>
                    <a:pt x="728" y="602"/>
                  </a:cubicBezTo>
                  <a:cubicBezTo>
                    <a:pt x="677" y="552"/>
                    <a:pt x="627" y="452"/>
                    <a:pt x="552" y="352"/>
                  </a:cubicBezTo>
                  <a:cubicBezTo>
                    <a:pt x="427" y="176"/>
                    <a:pt x="302" y="1"/>
                    <a:pt x="302" y="1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p50"/>
            <p:cNvSpPr/>
            <p:nvPr/>
          </p:nvSpPr>
          <p:spPr>
            <a:xfrm>
              <a:off x="1441866" y="3852306"/>
              <a:ext cx="38670" cy="49006"/>
            </a:xfrm>
            <a:custGeom>
              <a:rect b="b" l="l" r="r" t="t"/>
              <a:pathLst>
                <a:path extrusionOk="0" h="953" w="752">
                  <a:moveTo>
                    <a:pt x="326" y="0"/>
                  </a:moveTo>
                  <a:lnTo>
                    <a:pt x="0" y="150"/>
                  </a:lnTo>
                  <a:cubicBezTo>
                    <a:pt x="0" y="150"/>
                    <a:pt x="100" y="351"/>
                    <a:pt x="226" y="576"/>
                  </a:cubicBezTo>
                  <a:cubicBezTo>
                    <a:pt x="326" y="777"/>
                    <a:pt x="451" y="952"/>
                    <a:pt x="451" y="952"/>
                  </a:cubicBezTo>
                  <a:lnTo>
                    <a:pt x="752" y="777"/>
                  </a:lnTo>
                  <a:cubicBezTo>
                    <a:pt x="752" y="777"/>
                    <a:pt x="652" y="576"/>
                    <a:pt x="526" y="376"/>
                  </a:cubicBezTo>
                  <a:cubicBezTo>
                    <a:pt x="426" y="201"/>
                    <a:pt x="326" y="0"/>
                    <a:pt x="326" y="0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p50"/>
            <p:cNvSpPr/>
            <p:nvPr/>
          </p:nvSpPr>
          <p:spPr>
            <a:xfrm>
              <a:off x="1413480" y="3790444"/>
              <a:ext cx="34864" cy="49006"/>
            </a:xfrm>
            <a:custGeom>
              <a:rect b="b" l="l" r="r" t="t"/>
              <a:pathLst>
                <a:path extrusionOk="0" h="953" w="678">
                  <a:moveTo>
                    <a:pt x="326" y="0"/>
                  </a:moveTo>
                  <a:lnTo>
                    <a:pt x="1" y="125"/>
                  </a:lnTo>
                  <a:cubicBezTo>
                    <a:pt x="1" y="125"/>
                    <a:pt x="76" y="326"/>
                    <a:pt x="176" y="551"/>
                  </a:cubicBezTo>
                  <a:cubicBezTo>
                    <a:pt x="251" y="752"/>
                    <a:pt x="352" y="952"/>
                    <a:pt x="352" y="952"/>
                  </a:cubicBezTo>
                  <a:lnTo>
                    <a:pt x="677" y="802"/>
                  </a:lnTo>
                  <a:cubicBezTo>
                    <a:pt x="677" y="802"/>
                    <a:pt x="602" y="602"/>
                    <a:pt x="502" y="401"/>
                  </a:cubicBezTo>
                  <a:cubicBezTo>
                    <a:pt x="427" y="201"/>
                    <a:pt x="326" y="0"/>
                    <a:pt x="326" y="0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p50"/>
            <p:cNvSpPr/>
            <p:nvPr/>
          </p:nvSpPr>
          <p:spPr>
            <a:xfrm>
              <a:off x="1390288" y="3725959"/>
              <a:ext cx="32293" cy="49057"/>
            </a:xfrm>
            <a:custGeom>
              <a:rect b="b" l="l" r="r" t="t"/>
              <a:pathLst>
                <a:path extrusionOk="0" h="954" w="628">
                  <a:moveTo>
                    <a:pt x="351" y="1"/>
                  </a:moveTo>
                  <a:lnTo>
                    <a:pt x="1" y="101"/>
                  </a:lnTo>
                  <a:cubicBezTo>
                    <a:pt x="1" y="101"/>
                    <a:pt x="51" y="327"/>
                    <a:pt x="126" y="527"/>
                  </a:cubicBezTo>
                  <a:cubicBezTo>
                    <a:pt x="201" y="753"/>
                    <a:pt x="276" y="953"/>
                    <a:pt x="276" y="953"/>
                  </a:cubicBezTo>
                  <a:lnTo>
                    <a:pt x="627" y="828"/>
                  </a:lnTo>
                  <a:cubicBezTo>
                    <a:pt x="627" y="828"/>
                    <a:pt x="552" y="627"/>
                    <a:pt x="477" y="427"/>
                  </a:cubicBezTo>
                  <a:cubicBezTo>
                    <a:pt x="402" y="201"/>
                    <a:pt x="351" y="1"/>
                    <a:pt x="351" y="1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p50"/>
            <p:cNvSpPr/>
            <p:nvPr/>
          </p:nvSpPr>
          <p:spPr>
            <a:xfrm>
              <a:off x="1372238" y="3660241"/>
              <a:ext cx="29722" cy="49057"/>
            </a:xfrm>
            <a:custGeom>
              <a:rect b="b" l="l" r="r" t="t"/>
              <a:pathLst>
                <a:path extrusionOk="0" h="954" w="578">
                  <a:moveTo>
                    <a:pt x="352" y="1"/>
                  </a:moveTo>
                  <a:lnTo>
                    <a:pt x="1" y="76"/>
                  </a:lnTo>
                  <a:cubicBezTo>
                    <a:pt x="1" y="76"/>
                    <a:pt x="51" y="301"/>
                    <a:pt x="101" y="502"/>
                  </a:cubicBezTo>
                  <a:cubicBezTo>
                    <a:pt x="151" y="727"/>
                    <a:pt x="226" y="953"/>
                    <a:pt x="226" y="953"/>
                  </a:cubicBezTo>
                  <a:lnTo>
                    <a:pt x="577" y="853"/>
                  </a:lnTo>
                  <a:cubicBezTo>
                    <a:pt x="577" y="853"/>
                    <a:pt x="527" y="627"/>
                    <a:pt x="452" y="427"/>
                  </a:cubicBezTo>
                  <a:cubicBezTo>
                    <a:pt x="402" y="201"/>
                    <a:pt x="352" y="1"/>
                    <a:pt x="352" y="1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50"/>
            <p:cNvSpPr/>
            <p:nvPr/>
          </p:nvSpPr>
          <p:spPr>
            <a:xfrm>
              <a:off x="1360668" y="3591951"/>
              <a:ext cx="25814" cy="49006"/>
            </a:xfrm>
            <a:custGeom>
              <a:rect b="b" l="l" r="r" t="t"/>
              <a:pathLst>
                <a:path extrusionOk="0" h="953" w="502">
                  <a:moveTo>
                    <a:pt x="376" y="0"/>
                  </a:moveTo>
                  <a:lnTo>
                    <a:pt x="0" y="50"/>
                  </a:lnTo>
                  <a:cubicBezTo>
                    <a:pt x="0" y="50"/>
                    <a:pt x="25" y="276"/>
                    <a:pt x="75" y="502"/>
                  </a:cubicBezTo>
                  <a:cubicBezTo>
                    <a:pt x="100" y="727"/>
                    <a:pt x="150" y="953"/>
                    <a:pt x="150" y="953"/>
                  </a:cubicBezTo>
                  <a:lnTo>
                    <a:pt x="501" y="903"/>
                  </a:lnTo>
                  <a:cubicBezTo>
                    <a:pt x="501" y="903"/>
                    <a:pt x="451" y="677"/>
                    <a:pt x="426" y="451"/>
                  </a:cubicBezTo>
                  <a:cubicBezTo>
                    <a:pt x="401" y="226"/>
                    <a:pt x="376" y="0"/>
                    <a:pt x="376" y="0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50"/>
            <p:cNvSpPr/>
            <p:nvPr/>
          </p:nvSpPr>
          <p:spPr>
            <a:xfrm>
              <a:off x="1355475" y="3524946"/>
              <a:ext cx="21957" cy="47720"/>
            </a:xfrm>
            <a:custGeom>
              <a:rect b="b" l="l" r="r" t="t"/>
              <a:pathLst>
                <a:path extrusionOk="0" h="928" w="427">
                  <a:moveTo>
                    <a:pt x="1" y="0"/>
                  </a:moveTo>
                  <a:cubicBezTo>
                    <a:pt x="1" y="0"/>
                    <a:pt x="26" y="226"/>
                    <a:pt x="26" y="451"/>
                  </a:cubicBezTo>
                  <a:cubicBezTo>
                    <a:pt x="51" y="677"/>
                    <a:pt x="51" y="927"/>
                    <a:pt x="51" y="927"/>
                  </a:cubicBezTo>
                  <a:lnTo>
                    <a:pt x="427" y="877"/>
                  </a:lnTo>
                  <a:cubicBezTo>
                    <a:pt x="427" y="877"/>
                    <a:pt x="402" y="652"/>
                    <a:pt x="377" y="451"/>
                  </a:cubicBezTo>
                  <a:cubicBezTo>
                    <a:pt x="377" y="226"/>
                    <a:pt x="377" y="0"/>
                    <a:pt x="377" y="0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50"/>
            <p:cNvSpPr/>
            <p:nvPr/>
          </p:nvSpPr>
          <p:spPr>
            <a:xfrm>
              <a:off x="1355475" y="3455319"/>
              <a:ext cx="20672" cy="47720"/>
            </a:xfrm>
            <a:custGeom>
              <a:rect b="b" l="l" r="r" t="t"/>
              <a:pathLst>
                <a:path extrusionOk="0" h="928" w="402">
                  <a:moveTo>
                    <a:pt x="51" y="1"/>
                  </a:moveTo>
                  <a:cubicBezTo>
                    <a:pt x="51" y="1"/>
                    <a:pt x="26" y="226"/>
                    <a:pt x="26" y="452"/>
                  </a:cubicBezTo>
                  <a:cubicBezTo>
                    <a:pt x="1" y="677"/>
                    <a:pt x="1" y="903"/>
                    <a:pt x="1" y="903"/>
                  </a:cubicBezTo>
                  <a:lnTo>
                    <a:pt x="377" y="928"/>
                  </a:lnTo>
                  <a:cubicBezTo>
                    <a:pt x="377" y="928"/>
                    <a:pt x="377" y="702"/>
                    <a:pt x="377" y="477"/>
                  </a:cubicBezTo>
                  <a:cubicBezTo>
                    <a:pt x="402" y="251"/>
                    <a:pt x="402" y="26"/>
                    <a:pt x="402" y="26"/>
                  </a:cubicBezTo>
                  <a:lnTo>
                    <a:pt x="51" y="1"/>
                  </a:ln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50"/>
            <p:cNvSpPr/>
            <p:nvPr/>
          </p:nvSpPr>
          <p:spPr>
            <a:xfrm>
              <a:off x="1360668" y="3385744"/>
              <a:ext cx="25814" cy="49006"/>
            </a:xfrm>
            <a:custGeom>
              <a:rect b="b" l="l" r="r" t="t"/>
              <a:pathLst>
                <a:path extrusionOk="0" h="953" w="502">
                  <a:moveTo>
                    <a:pt x="150" y="0"/>
                  </a:moveTo>
                  <a:cubicBezTo>
                    <a:pt x="150" y="0"/>
                    <a:pt x="125" y="50"/>
                    <a:pt x="125" y="151"/>
                  </a:cubicBezTo>
                  <a:cubicBezTo>
                    <a:pt x="100" y="226"/>
                    <a:pt x="75" y="351"/>
                    <a:pt x="50" y="451"/>
                  </a:cubicBezTo>
                  <a:cubicBezTo>
                    <a:pt x="25" y="677"/>
                    <a:pt x="0" y="903"/>
                    <a:pt x="0" y="903"/>
                  </a:cubicBezTo>
                  <a:lnTo>
                    <a:pt x="351" y="953"/>
                  </a:lnTo>
                  <a:cubicBezTo>
                    <a:pt x="351" y="953"/>
                    <a:pt x="376" y="727"/>
                    <a:pt x="426" y="502"/>
                  </a:cubicBezTo>
                  <a:cubicBezTo>
                    <a:pt x="426" y="401"/>
                    <a:pt x="451" y="301"/>
                    <a:pt x="476" y="226"/>
                  </a:cubicBezTo>
                  <a:cubicBezTo>
                    <a:pt x="501" y="126"/>
                    <a:pt x="501" y="75"/>
                    <a:pt x="501" y="75"/>
                  </a:cubicBezTo>
                  <a:lnTo>
                    <a:pt x="150" y="0"/>
                  </a:ln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p50"/>
            <p:cNvSpPr/>
            <p:nvPr/>
          </p:nvSpPr>
          <p:spPr>
            <a:xfrm>
              <a:off x="1373524" y="3318739"/>
              <a:ext cx="31008" cy="49006"/>
            </a:xfrm>
            <a:custGeom>
              <a:rect b="b" l="l" r="r" t="t"/>
              <a:pathLst>
                <a:path extrusionOk="0" h="953" w="603">
                  <a:moveTo>
                    <a:pt x="251" y="0"/>
                  </a:moveTo>
                  <a:lnTo>
                    <a:pt x="1" y="877"/>
                  </a:lnTo>
                  <a:lnTo>
                    <a:pt x="352" y="952"/>
                  </a:lnTo>
                  <a:lnTo>
                    <a:pt x="602" y="100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p50"/>
            <p:cNvSpPr/>
            <p:nvPr/>
          </p:nvSpPr>
          <p:spPr>
            <a:xfrm>
              <a:off x="1394145" y="3252969"/>
              <a:ext cx="36150" cy="50343"/>
            </a:xfrm>
            <a:custGeom>
              <a:rect b="b" l="l" r="r" t="t"/>
              <a:pathLst>
                <a:path extrusionOk="0" h="979" w="703">
                  <a:moveTo>
                    <a:pt x="352" y="1"/>
                  </a:moveTo>
                  <a:lnTo>
                    <a:pt x="1" y="853"/>
                  </a:lnTo>
                  <a:lnTo>
                    <a:pt x="352" y="978"/>
                  </a:lnTo>
                  <a:lnTo>
                    <a:pt x="702" y="176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50"/>
            <p:cNvSpPr/>
            <p:nvPr/>
          </p:nvSpPr>
          <p:spPr>
            <a:xfrm>
              <a:off x="1423816" y="3192392"/>
              <a:ext cx="40007" cy="49057"/>
            </a:xfrm>
            <a:custGeom>
              <a:rect b="b" l="l" r="r" t="t"/>
              <a:pathLst>
                <a:path extrusionOk="0" h="954" w="778">
                  <a:moveTo>
                    <a:pt x="451" y="1"/>
                  </a:moveTo>
                  <a:cubicBezTo>
                    <a:pt x="451" y="1"/>
                    <a:pt x="351" y="201"/>
                    <a:pt x="226" y="402"/>
                  </a:cubicBezTo>
                  <a:cubicBezTo>
                    <a:pt x="100" y="577"/>
                    <a:pt x="0" y="803"/>
                    <a:pt x="0" y="803"/>
                  </a:cubicBezTo>
                  <a:lnTo>
                    <a:pt x="326" y="953"/>
                  </a:lnTo>
                  <a:cubicBezTo>
                    <a:pt x="326" y="953"/>
                    <a:pt x="426" y="778"/>
                    <a:pt x="526" y="577"/>
                  </a:cubicBezTo>
                  <a:cubicBezTo>
                    <a:pt x="652" y="402"/>
                    <a:pt x="777" y="201"/>
                    <a:pt x="777" y="201"/>
                  </a:cubicBezTo>
                  <a:lnTo>
                    <a:pt x="4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50"/>
            <p:cNvSpPr/>
            <p:nvPr/>
          </p:nvSpPr>
          <p:spPr>
            <a:xfrm>
              <a:off x="1459864" y="3135724"/>
              <a:ext cx="43915" cy="49006"/>
            </a:xfrm>
            <a:custGeom>
              <a:rect b="b" l="l" r="r" t="t"/>
              <a:pathLst>
                <a:path extrusionOk="0" h="953" w="854">
                  <a:moveTo>
                    <a:pt x="577" y="0"/>
                  </a:moveTo>
                  <a:lnTo>
                    <a:pt x="1" y="727"/>
                  </a:lnTo>
                  <a:lnTo>
                    <a:pt x="302" y="952"/>
                  </a:lnTo>
                  <a:lnTo>
                    <a:pt x="853" y="251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50"/>
            <p:cNvSpPr/>
            <p:nvPr/>
          </p:nvSpPr>
          <p:spPr>
            <a:xfrm>
              <a:off x="1503728" y="3084146"/>
              <a:ext cx="46435" cy="47720"/>
            </a:xfrm>
            <a:custGeom>
              <a:rect b="b" l="l" r="r" t="t"/>
              <a:pathLst>
                <a:path extrusionOk="0" h="928" w="903">
                  <a:moveTo>
                    <a:pt x="627" y="1"/>
                  </a:moveTo>
                  <a:cubicBezTo>
                    <a:pt x="627" y="1"/>
                    <a:pt x="476" y="176"/>
                    <a:pt x="301" y="326"/>
                  </a:cubicBezTo>
                  <a:cubicBezTo>
                    <a:pt x="226" y="427"/>
                    <a:pt x="150" y="502"/>
                    <a:pt x="100" y="577"/>
                  </a:cubicBezTo>
                  <a:cubicBezTo>
                    <a:pt x="50" y="627"/>
                    <a:pt x="0" y="677"/>
                    <a:pt x="0" y="677"/>
                  </a:cubicBezTo>
                  <a:lnTo>
                    <a:pt x="276" y="928"/>
                  </a:lnTo>
                  <a:cubicBezTo>
                    <a:pt x="276" y="928"/>
                    <a:pt x="326" y="878"/>
                    <a:pt x="376" y="803"/>
                  </a:cubicBezTo>
                  <a:cubicBezTo>
                    <a:pt x="426" y="752"/>
                    <a:pt x="501" y="652"/>
                    <a:pt x="576" y="577"/>
                  </a:cubicBezTo>
                  <a:cubicBezTo>
                    <a:pt x="727" y="427"/>
                    <a:pt x="902" y="276"/>
                    <a:pt x="902" y="276"/>
                  </a:cubicBezTo>
                  <a:lnTo>
                    <a:pt x="6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7" name="Google Shape;2387;p50"/>
            <p:cNvSpPr/>
            <p:nvPr/>
          </p:nvSpPr>
          <p:spPr>
            <a:xfrm>
              <a:off x="1552683" y="3037763"/>
              <a:ext cx="47720" cy="45149"/>
            </a:xfrm>
            <a:custGeom>
              <a:rect b="b" l="l" r="r" t="t"/>
              <a:pathLst>
                <a:path extrusionOk="0" h="878" w="928">
                  <a:moveTo>
                    <a:pt x="702" y="0"/>
                  </a:moveTo>
                  <a:cubicBezTo>
                    <a:pt x="702" y="0"/>
                    <a:pt x="652" y="50"/>
                    <a:pt x="577" y="101"/>
                  </a:cubicBezTo>
                  <a:cubicBezTo>
                    <a:pt x="527" y="151"/>
                    <a:pt x="426" y="226"/>
                    <a:pt x="351" y="301"/>
                  </a:cubicBezTo>
                  <a:cubicBezTo>
                    <a:pt x="176" y="451"/>
                    <a:pt x="0" y="602"/>
                    <a:pt x="0" y="602"/>
                  </a:cubicBezTo>
                  <a:lnTo>
                    <a:pt x="251" y="878"/>
                  </a:lnTo>
                  <a:cubicBezTo>
                    <a:pt x="251" y="878"/>
                    <a:pt x="426" y="727"/>
                    <a:pt x="577" y="577"/>
                  </a:cubicBezTo>
                  <a:cubicBezTo>
                    <a:pt x="677" y="502"/>
                    <a:pt x="752" y="426"/>
                    <a:pt x="827" y="376"/>
                  </a:cubicBezTo>
                  <a:cubicBezTo>
                    <a:pt x="878" y="326"/>
                    <a:pt x="928" y="301"/>
                    <a:pt x="928" y="301"/>
                  </a:cubicBezTo>
                  <a:lnTo>
                    <a:pt x="7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p50"/>
            <p:cNvSpPr/>
            <p:nvPr/>
          </p:nvSpPr>
          <p:spPr>
            <a:xfrm>
              <a:off x="1606831" y="2996521"/>
              <a:ext cx="49006" cy="42578"/>
            </a:xfrm>
            <a:custGeom>
              <a:rect b="b" l="l" r="r" t="t"/>
              <a:pathLst>
                <a:path extrusionOk="0" h="828" w="953">
                  <a:moveTo>
                    <a:pt x="727" y="0"/>
                  </a:moveTo>
                  <a:cubicBezTo>
                    <a:pt x="727" y="0"/>
                    <a:pt x="551" y="126"/>
                    <a:pt x="351" y="276"/>
                  </a:cubicBezTo>
                  <a:cubicBezTo>
                    <a:pt x="175" y="401"/>
                    <a:pt x="0" y="552"/>
                    <a:pt x="0" y="552"/>
                  </a:cubicBezTo>
                  <a:lnTo>
                    <a:pt x="226" y="827"/>
                  </a:lnTo>
                  <a:cubicBezTo>
                    <a:pt x="226" y="827"/>
                    <a:pt x="401" y="702"/>
                    <a:pt x="576" y="552"/>
                  </a:cubicBezTo>
                  <a:cubicBezTo>
                    <a:pt x="752" y="426"/>
                    <a:pt x="952" y="301"/>
                    <a:pt x="952" y="301"/>
                  </a:cubicBezTo>
                  <a:lnTo>
                    <a:pt x="7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p50"/>
            <p:cNvSpPr/>
            <p:nvPr/>
          </p:nvSpPr>
          <p:spPr>
            <a:xfrm>
              <a:off x="1663500" y="2960422"/>
              <a:ext cx="50343" cy="40007"/>
            </a:xfrm>
            <a:custGeom>
              <a:rect b="b" l="l" r="r" t="t"/>
              <a:pathLst>
                <a:path extrusionOk="0" h="778" w="979">
                  <a:moveTo>
                    <a:pt x="778" y="1"/>
                  </a:moveTo>
                  <a:cubicBezTo>
                    <a:pt x="778" y="1"/>
                    <a:pt x="577" y="101"/>
                    <a:pt x="402" y="226"/>
                  </a:cubicBezTo>
                  <a:cubicBezTo>
                    <a:pt x="302" y="276"/>
                    <a:pt x="201" y="326"/>
                    <a:pt x="126" y="377"/>
                  </a:cubicBezTo>
                  <a:cubicBezTo>
                    <a:pt x="51" y="427"/>
                    <a:pt x="1" y="477"/>
                    <a:pt x="1" y="477"/>
                  </a:cubicBezTo>
                  <a:lnTo>
                    <a:pt x="201" y="778"/>
                  </a:lnTo>
                  <a:lnTo>
                    <a:pt x="327" y="702"/>
                  </a:lnTo>
                  <a:cubicBezTo>
                    <a:pt x="377" y="652"/>
                    <a:pt x="477" y="577"/>
                    <a:pt x="577" y="527"/>
                  </a:cubicBezTo>
                  <a:cubicBezTo>
                    <a:pt x="778" y="427"/>
                    <a:pt x="978" y="301"/>
                    <a:pt x="978" y="301"/>
                  </a:cubicBezTo>
                  <a:lnTo>
                    <a:pt x="7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p50"/>
            <p:cNvSpPr/>
            <p:nvPr/>
          </p:nvSpPr>
          <p:spPr>
            <a:xfrm>
              <a:off x="1724076" y="2926894"/>
              <a:ext cx="49057" cy="38721"/>
            </a:xfrm>
            <a:custGeom>
              <a:rect b="b" l="l" r="r" t="t"/>
              <a:pathLst>
                <a:path extrusionOk="0" h="753" w="954">
                  <a:moveTo>
                    <a:pt x="803" y="1"/>
                  </a:moveTo>
                  <a:cubicBezTo>
                    <a:pt x="803" y="1"/>
                    <a:pt x="602" y="101"/>
                    <a:pt x="402" y="201"/>
                  </a:cubicBezTo>
                  <a:cubicBezTo>
                    <a:pt x="302" y="252"/>
                    <a:pt x="201" y="327"/>
                    <a:pt x="101" y="352"/>
                  </a:cubicBezTo>
                  <a:cubicBezTo>
                    <a:pt x="51" y="402"/>
                    <a:pt x="1" y="427"/>
                    <a:pt x="1" y="427"/>
                  </a:cubicBezTo>
                  <a:lnTo>
                    <a:pt x="176" y="753"/>
                  </a:lnTo>
                  <a:cubicBezTo>
                    <a:pt x="176" y="753"/>
                    <a:pt x="226" y="728"/>
                    <a:pt x="276" y="678"/>
                  </a:cubicBezTo>
                  <a:cubicBezTo>
                    <a:pt x="352" y="628"/>
                    <a:pt x="452" y="577"/>
                    <a:pt x="552" y="527"/>
                  </a:cubicBezTo>
                  <a:cubicBezTo>
                    <a:pt x="753" y="427"/>
                    <a:pt x="953" y="327"/>
                    <a:pt x="953" y="327"/>
                  </a:cubicBezTo>
                  <a:lnTo>
                    <a:pt x="8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p50"/>
            <p:cNvSpPr/>
            <p:nvPr/>
          </p:nvSpPr>
          <p:spPr>
            <a:xfrm>
              <a:off x="1332283" y="2944790"/>
              <a:ext cx="1346858" cy="1182975"/>
            </a:xfrm>
            <a:custGeom>
              <a:rect b="b" l="l" r="r" t="t"/>
              <a:pathLst>
                <a:path extrusionOk="0" h="23005" w="26192">
                  <a:moveTo>
                    <a:pt x="13108" y="0"/>
                  </a:moveTo>
                  <a:cubicBezTo>
                    <a:pt x="11523" y="0"/>
                    <a:pt x="9912" y="331"/>
                    <a:pt x="8372" y="1031"/>
                  </a:cubicBezTo>
                  <a:cubicBezTo>
                    <a:pt x="2582" y="3638"/>
                    <a:pt x="1" y="10455"/>
                    <a:pt x="2607" y="16245"/>
                  </a:cubicBezTo>
                  <a:cubicBezTo>
                    <a:pt x="4540" y="20496"/>
                    <a:pt x="8730" y="23004"/>
                    <a:pt x="13112" y="23004"/>
                  </a:cubicBezTo>
                  <a:cubicBezTo>
                    <a:pt x="14697" y="23004"/>
                    <a:pt x="16308" y="22676"/>
                    <a:pt x="17845" y="21984"/>
                  </a:cubicBezTo>
                  <a:cubicBezTo>
                    <a:pt x="23610" y="19377"/>
                    <a:pt x="26191" y="12560"/>
                    <a:pt x="23585" y="6771"/>
                  </a:cubicBezTo>
                  <a:cubicBezTo>
                    <a:pt x="21653" y="2521"/>
                    <a:pt x="17480" y="0"/>
                    <a:pt x="13108" y="0"/>
                  </a:cubicBezTo>
                  <a:close/>
                </a:path>
              </a:pathLst>
            </a:custGeom>
            <a:solidFill>
              <a:srgbClr val="C5D7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p50"/>
            <p:cNvSpPr/>
            <p:nvPr/>
          </p:nvSpPr>
          <p:spPr>
            <a:xfrm>
              <a:off x="1332283" y="2944790"/>
              <a:ext cx="1346858" cy="1182975"/>
            </a:xfrm>
            <a:custGeom>
              <a:rect b="b" l="l" r="r" t="t"/>
              <a:pathLst>
                <a:path extrusionOk="0" h="23005" w="26192">
                  <a:moveTo>
                    <a:pt x="13108" y="0"/>
                  </a:moveTo>
                  <a:cubicBezTo>
                    <a:pt x="11523" y="0"/>
                    <a:pt x="9912" y="331"/>
                    <a:pt x="8372" y="1031"/>
                  </a:cubicBezTo>
                  <a:cubicBezTo>
                    <a:pt x="2582" y="3638"/>
                    <a:pt x="1" y="10455"/>
                    <a:pt x="2607" y="16245"/>
                  </a:cubicBezTo>
                  <a:cubicBezTo>
                    <a:pt x="4540" y="20496"/>
                    <a:pt x="8730" y="23004"/>
                    <a:pt x="13112" y="23004"/>
                  </a:cubicBezTo>
                  <a:cubicBezTo>
                    <a:pt x="14697" y="23004"/>
                    <a:pt x="16308" y="22676"/>
                    <a:pt x="17845" y="21984"/>
                  </a:cubicBezTo>
                  <a:cubicBezTo>
                    <a:pt x="23610" y="19377"/>
                    <a:pt x="26191" y="12560"/>
                    <a:pt x="23585" y="6771"/>
                  </a:cubicBezTo>
                  <a:cubicBezTo>
                    <a:pt x="21653" y="2521"/>
                    <a:pt x="17480" y="0"/>
                    <a:pt x="13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p50"/>
            <p:cNvSpPr/>
            <p:nvPr/>
          </p:nvSpPr>
          <p:spPr>
            <a:xfrm>
              <a:off x="1288470" y="3262019"/>
              <a:ext cx="735959" cy="560660"/>
            </a:xfrm>
            <a:custGeom>
              <a:rect b="b" l="l" r="r" t="t"/>
              <a:pathLst>
                <a:path extrusionOk="0" h="10903" w="14312">
                  <a:moveTo>
                    <a:pt x="1404" y="0"/>
                  </a:moveTo>
                  <a:lnTo>
                    <a:pt x="1404" y="0"/>
                  </a:lnTo>
                  <a:cubicBezTo>
                    <a:pt x="51" y="3384"/>
                    <a:pt x="1" y="7294"/>
                    <a:pt x="1630" y="10903"/>
                  </a:cubicBezTo>
                  <a:lnTo>
                    <a:pt x="14311" y="5163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p50"/>
            <p:cNvSpPr/>
            <p:nvPr/>
          </p:nvSpPr>
          <p:spPr>
            <a:xfrm>
              <a:off x="1747268" y="2804250"/>
              <a:ext cx="328693" cy="723309"/>
            </a:xfrm>
            <a:custGeom>
              <a:rect b="b" l="l" r="r" t="t"/>
              <a:pathLst>
                <a:path extrusionOk="0" h="14066" w="6392">
                  <a:moveTo>
                    <a:pt x="4913" y="1"/>
                  </a:moveTo>
                  <a:cubicBezTo>
                    <a:pt x="3276" y="1"/>
                    <a:pt x="1617" y="292"/>
                    <a:pt x="1" y="907"/>
                  </a:cubicBezTo>
                  <a:lnTo>
                    <a:pt x="5389" y="14065"/>
                  </a:lnTo>
                  <a:lnTo>
                    <a:pt x="6392" y="80"/>
                  </a:lnTo>
                  <a:cubicBezTo>
                    <a:pt x="5902" y="28"/>
                    <a:pt x="5409" y="1"/>
                    <a:pt x="49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50"/>
            <p:cNvSpPr/>
            <p:nvPr/>
          </p:nvSpPr>
          <p:spPr>
            <a:xfrm>
              <a:off x="2023102" y="3486276"/>
              <a:ext cx="723052" cy="738530"/>
            </a:xfrm>
            <a:custGeom>
              <a:rect b="b" l="l" r="r" t="t"/>
              <a:pathLst>
                <a:path extrusionOk="0" h="14362" w="14061">
                  <a:moveTo>
                    <a:pt x="13634" y="0"/>
                  </a:moveTo>
                  <a:lnTo>
                    <a:pt x="0" y="827"/>
                  </a:lnTo>
                  <a:lnTo>
                    <a:pt x="4186" y="14361"/>
                  </a:lnTo>
                  <a:cubicBezTo>
                    <a:pt x="4587" y="14236"/>
                    <a:pt x="4988" y="14085"/>
                    <a:pt x="5389" y="13885"/>
                  </a:cubicBezTo>
                  <a:cubicBezTo>
                    <a:pt x="10928" y="11404"/>
                    <a:pt x="14061" y="5740"/>
                    <a:pt x="136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p50"/>
            <p:cNvSpPr/>
            <p:nvPr/>
          </p:nvSpPr>
          <p:spPr>
            <a:xfrm>
              <a:off x="1477913" y="3528803"/>
              <a:ext cx="545233" cy="871251"/>
            </a:xfrm>
            <a:custGeom>
              <a:rect b="b" l="l" r="r" t="t"/>
              <a:pathLst>
                <a:path extrusionOk="0" h="16943" w="10603">
                  <a:moveTo>
                    <a:pt x="10602" y="0"/>
                  </a:moveTo>
                  <a:lnTo>
                    <a:pt x="1" y="14161"/>
                  </a:lnTo>
                  <a:cubicBezTo>
                    <a:pt x="1780" y="15464"/>
                    <a:pt x="3810" y="16391"/>
                    <a:pt x="5941" y="16943"/>
                  </a:cubicBezTo>
                  <a:lnTo>
                    <a:pt x="106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p50"/>
            <p:cNvSpPr/>
            <p:nvPr/>
          </p:nvSpPr>
          <p:spPr>
            <a:xfrm>
              <a:off x="2029530" y="4162902"/>
              <a:ext cx="56770" cy="104439"/>
            </a:xfrm>
            <a:custGeom>
              <a:rect b="b" l="l" r="r" t="t"/>
              <a:pathLst>
                <a:path extrusionOk="0" h="2031" w="1104">
                  <a:moveTo>
                    <a:pt x="702" y="0"/>
                  </a:moveTo>
                  <a:lnTo>
                    <a:pt x="1" y="1880"/>
                  </a:lnTo>
                  <a:lnTo>
                    <a:pt x="402" y="2030"/>
                  </a:lnTo>
                  <a:lnTo>
                    <a:pt x="1103" y="151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p50"/>
            <p:cNvSpPr/>
            <p:nvPr/>
          </p:nvSpPr>
          <p:spPr>
            <a:xfrm>
              <a:off x="2006338" y="4187380"/>
              <a:ext cx="103154" cy="55485"/>
            </a:xfrm>
            <a:custGeom>
              <a:rect b="b" l="l" r="r" t="t"/>
              <a:pathLst>
                <a:path extrusionOk="0" h="1079" w="2006">
                  <a:moveTo>
                    <a:pt x="151" y="0"/>
                  </a:moveTo>
                  <a:lnTo>
                    <a:pt x="1" y="376"/>
                  </a:lnTo>
                  <a:lnTo>
                    <a:pt x="1855" y="1078"/>
                  </a:lnTo>
                  <a:lnTo>
                    <a:pt x="2006" y="702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p50"/>
            <p:cNvSpPr/>
            <p:nvPr/>
          </p:nvSpPr>
          <p:spPr>
            <a:xfrm>
              <a:off x="2269265" y="3116389"/>
              <a:ext cx="55485" cy="104439"/>
            </a:xfrm>
            <a:custGeom>
              <a:rect b="b" l="l" r="r" t="t"/>
              <a:pathLst>
                <a:path extrusionOk="0" h="2031" w="1079">
                  <a:moveTo>
                    <a:pt x="702" y="0"/>
                  </a:moveTo>
                  <a:lnTo>
                    <a:pt x="0" y="1880"/>
                  </a:lnTo>
                  <a:lnTo>
                    <a:pt x="376" y="2030"/>
                  </a:lnTo>
                  <a:lnTo>
                    <a:pt x="1078" y="151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p50"/>
            <p:cNvSpPr/>
            <p:nvPr/>
          </p:nvSpPr>
          <p:spPr>
            <a:xfrm>
              <a:off x="2246073" y="3140866"/>
              <a:ext cx="101868" cy="55485"/>
            </a:xfrm>
            <a:custGeom>
              <a:rect b="b" l="l" r="r" t="t"/>
              <a:pathLst>
                <a:path extrusionOk="0" h="1079" w="1981">
                  <a:moveTo>
                    <a:pt x="126" y="0"/>
                  </a:moveTo>
                  <a:lnTo>
                    <a:pt x="0" y="376"/>
                  </a:lnTo>
                  <a:lnTo>
                    <a:pt x="1855" y="1078"/>
                  </a:lnTo>
                  <a:lnTo>
                    <a:pt x="1980" y="702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p50"/>
            <p:cNvSpPr/>
            <p:nvPr/>
          </p:nvSpPr>
          <p:spPr>
            <a:xfrm>
              <a:off x="1342619" y="3021822"/>
              <a:ext cx="110867" cy="102331"/>
            </a:xfrm>
            <a:custGeom>
              <a:rect b="b" l="l" r="r" t="t"/>
              <a:pathLst>
                <a:path extrusionOk="0" h="1990" w="2156">
                  <a:moveTo>
                    <a:pt x="1003" y="411"/>
                  </a:moveTo>
                  <a:cubicBezTo>
                    <a:pt x="1228" y="411"/>
                    <a:pt x="1454" y="536"/>
                    <a:pt x="1554" y="761"/>
                  </a:cubicBezTo>
                  <a:cubicBezTo>
                    <a:pt x="1679" y="1037"/>
                    <a:pt x="1554" y="1388"/>
                    <a:pt x="1253" y="1513"/>
                  </a:cubicBezTo>
                  <a:cubicBezTo>
                    <a:pt x="1178" y="1554"/>
                    <a:pt x="1096" y="1573"/>
                    <a:pt x="1014" y="1573"/>
                  </a:cubicBezTo>
                  <a:cubicBezTo>
                    <a:pt x="792" y="1573"/>
                    <a:pt x="568" y="1439"/>
                    <a:pt x="476" y="1238"/>
                  </a:cubicBezTo>
                  <a:cubicBezTo>
                    <a:pt x="426" y="1087"/>
                    <a:pt x="401" y="937"/>
                    <a:pt x="476" y="787"/>
                  </a:cubicBezTo>
                  <a:cubicBezTo>
                    <a:pt x="526" y="636"/>
                    <a:pt x="627" y="536"/>
                    <a:pt x="777" y="461"/>
                  </a:cubicBezTo>
                  <a:cubicBezTo>
                    <a:pt x="852" y="436"/>
                    <a:pt x="928" y="411"/>
                    <a:pt x="1003" y="411"/>
                  </a:cubicBezTo>
                  <a:close/>
                  <a:moveTo>
                    <a:pt x="984" y="1"/>
                  </a:moveTo>
                  <a:cubicBezTo>
                    <a:pt x="853" y="1"/>
                    <a:pt x="723" y="28"/>
                    <a:pt x="602" y="85"/>
                  </a:cubicBezTo>
                  <a:cubicBezTo>
                    <a:pt x="351" y="210"/>
                    <a:pt x="176" y="386"/>
                    <a:pt x="75" y="636"/>
                  </a:cubicBezTo>
                  <a:cubicBezTo>
                    <a:pt x="0" y="887"/>
                    <a:pt x="0" y="1162"/>
                    <a:pt x="100" y="1413"/>
                  </a:cubicBezTo>
                  <a:cubicBezTo>
                    <a:pt x="276" y="1764"/>
                    <a:pt x="627" y="1990"/>
                    <a:pt x="1003" y="1990"/>
                  </a:cubicBezTo>
                  <a:cubicBezTo>
                    <a:pt x="1153" y="1990"/>
                    <a:pt x="1303" y="1964"/>
                    <a:pt x="1429" y="1889"/>
                  </a:cubicBezTo>
                  <a:cubicBezTo>
                    <a:pt x="1930" y="1664"/>
                    <a:pt x="2156" y="1087"/>
                    <a:pt x="1930" y="586"/>
                  </a:cubicBezTo>
                  <a:cubicBezTo>
                    <a:pt x="1762" y="231"/>
                    <a:pt x="1370" y="1"/>
                    <a:pt x="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p50"/>
            <p:cNvSpPr/>
            <p:nvPr/>
          </p:nvSpPr>
          <p:spPr>
            <a:xfrm>
              <a:off x="2104300" y="2852176"/>
              <a:ext cx="594187" cy="603186"/>
            </a:xfrm>
            <a:custGeom>
              <a:rect b="b" l="l" r="r" t="t"/>
              <a:pathLst>
                <a:path extrusionOk="0" h="11730" w="11555">
                  <a:moveTo>
                    <a:pt x="1228" y="451"/>
                  </a:moveTo>
                  <a:cubicBezTo>
                    <a:pt x="5138" y="953"/>
                    <a:pt x="8547" y="3434"/>
                    <a:pt x="10176" y="7018"/>
                  </a:cubicBezTo>
                  <a:cubicBezTo>
                    <a:pt x="10677" y="8196"/>
                    <a:pt x="11003" y="9399"/>
                    <a:pt x="11128" y="10652"/>
                  </a:cubicBezTo>
                  <a:lnTo>
                    <a:pt x="426" y="11304"/>
                  </a:lnTo>
                  <a:lnTo>
                    <a:pt x="1228" y="451"/>
                  </a:lnTo>
                  <a:close/>
                  <a:moveTo>
                    <a:pt x="852" y="0"/>
                  </a:moveTo>
                  <a:lnTo>
                    <a:pt x="0" y="11730"/>
                  </a:lnTo>
                  <a:lnTo>
                    <a:pt x="11554" y="11053"/>
                  </a:lnTo>
                  <a:lnTo>
                    <a:pt x="11554" y="10852"/>
                  </a:lnTo>
                  <a:cubicBezTo>
                    <a:pt x="11454" y="9474"/>
                    <a:pt x="11103" y="8121"/>
                    <a:pt x="10527" y="6842"/>
                  </a:cubicBezTo>
                  <a:cubicBezTo>
                    <a:pt x="8822" y="3083"/>
                    <a:pt x="5213" y="451"/>
                    <a:pt x="1078" y="25"/>
                  </a:cubicBezTo>
                  <a:lnTo>
                    <a:pt x="85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3" name="Google Shape;2403;p50"/>
            <p:cNvSpPr/>
            <p:nvPr/>
          </p:nvSpPr>
          <p:spPr>
            <a:xfrm>
              <a:off x="2260215" y="4266006"/>
              <a:ext cx="70963" cy="41292"/>
            </a:xfrm>
            <a:custGeom>
              <a:rect b="b" l="l" r="r" t="t"/>
              <a:pathLst>
                <a:path extrusionOk="0" h="803" w="1380">
                  <a:moveTo>
                    <a:pt x="1254" y="0"/>
                  </a:moveTo>
                  <a:cubicBezTo>
                    <a:pt x="1254" y="0"/>
                    <a:pt x="1154" y="25"/>
                    <a:pt x="1054" y="75"/>
                  </a:cubicBezTo>
                  <a:cubicBezTo>
                    <a:pt x="928" y="125"/>
                    <a:pt x="778" y="176"/>
                    <a:pt x="627" y="251"/>
                  </a:cubicBezTo>
                  <a:cubicBezTo>
                    <a:pt x="477" y="301"/>
                    <a:pt x="302" y="351"/>
                    <a:pt x="201" y="401"/>
                  </a:cubicBezTo>
                  <a:cubicBezTo>
                    <a:pt x="76" y="426"/>
                    <a:pt x="1" y="451"/>
                    <a:pt x="1" y="451"/>
                  </a:cubicBezTo>
                  <a:lnTo>
                    <a:pt x="101" y="802"/>
                  </a:lnTo>
                  <a:cubicBezTo>
                    <a:pt x="101" y="802"/>
                    <a:pt x="176" y="777"/>
                    <a:pt x="302" y="752"/>
                  </a:cubicBezTo>
                  <a:cubicBezTo>
                    <a:pt x="427" y="702"/>
                    <a:pt x="577" y="652"/>
                    <a:pt x="753" y="602"/>
                  </a:cubicBezTo>
                  <a:cubicBezTo>
                    <a:pt x="903" y="526"/>
                    <a:pt x="1079" y="476"/>
                    <a:pt x="1179" y="426"/>
                  </a:cubicBezTo>
                  <a:cubicBezTo>
                    <a:pt x="1304" y="376"/>
                    <a:pt x="1379" y="326"/>
                    <a:pt x="1379" y="326"/>
                  </a:cubicBezTo>
                  <a:lnTo>
                    <a:pt x="12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4" name="Google Shape;2404;p50"/>
            <p:cNvSpPr/>
            <p:nvPr/>
          </p:nvSpPr>
          <p:spPr>
            <a:xfrm>
              <a:off x="2354319" y="4219571"/>
              <a:ext cx="70912" cy="49057"/>
            </a:xfrm>
            <a:custGeom>
              <a:rect b="b" l="l" r="r" t="t"/>
              <a:pathLst>
                <a:path extrusionOk="0" h="954" w="1379">
                  <a:moveTo>
                    <a:pt x="1178" y="1"/>
                  </a:moveTo>
                  <a:cubicBezTo>
                    <a:pt x="1178" y="1"/>
                    <a:pt x="878" y="151"/>
                    <a:pt x="602" y="327"/>
                  </a:cubicBezTo>
                  <a:cubicBezTo>
                    <a:pt x="301" y="477"/>
                    <a:pt x="0" y="627"/>
                    <a:pt x="0" y="627"/>
                  </a:cubicBezTo>
                  <a:lnTo>
                    <a:pt x="151" y="953"/>
                  </a:lnTo>
                  <a:cubicBezTo>
                    <a:pt x="151" y="953"/>
                    <a:pt x="477" y="803"/>
                    <a:pt x="777" y="653"/>
                  </a:cubicBezTo>
                  <a:cubicBezTo>
                    <a:pt x="1078" y="477"/>
                    <a:pt x="1379" y="302"/>
                    <a:pt x="1379" y="302"/>
                  </a:cubicBezTo>
                  <a:lnTo>
                    <a:pt x="11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5" name="Google Shape;2405;p50"/>
            <p:cNvSpPr/>
            <p:nvPr/>
          </p:nvSpPr>
          <p:spPr>
            <a:xfrm>
              <a:off x="2443230" y="4161617"/>
              <a:ext cx="67106" cy="55433"/>
            </a:xfrm>
            <a:custGeom>
              <a:rect b="b" l="l" r="r" t="t"/>
              <a:pathLst>
                <a:path extrusionOk="0" h="1078" w="1305">
                  <a:moveTo>
                    <a:pt x="1079" y="0"/>
                  </a:moveTo>
                  <a:cubicBezTo>
                    <a:pt x="1079" y="0"/>
                    <a:pt x="1028" y="50"/>
                    <a:pt x="928" y="125"/>
                  </a:cubicBezTo>
                  <a:cubicBezTo>
                    <a:pt x="828" y="201"/>
                    <a:pt x="677" y="301"/>
                    <a:pt x="552" y="401"/>
                  </a:cubicBezTo>
                  <a:cubicBezTo>
                    <a:pt x="427" y="501"/>
                    <a:pt x="276" y="602"/>
                    <a:pt x="176" y="677"/>
                  </a:cubicBezTo>
                  <a:cubicBezTo>
                    <a:pt x="76" y="727"/>
                    <a:pt x="1" y="777"/>
                    <a:pt x="1" y="777"/>
                  </a:cubicBezTo>
                  <a:lnTo>
                    <a:pt x="201" y="1078"/>
                  </a:lnTo>
                  <a:cubicBezTo>
                    <a:pt x="201" y="1078"/>
                    <a:pt x="276" y="1028"/>
                    <a:pt x="377" y="978"/>
                  </a:cubicBezTo>
                  <a:cubicBezTo>
                    <a:pt x="477" y="902"/>
                    <a:pt x="627" y="802"/>
                    <a:pt x="753" y="702"/>
                  </a:cubicBezTo>
                  <a:cubicBezTo>
                    <a:pt x="903" y="602"/>
                    <a:pt x="1028" y="501"/>
                    <a:pt x="1154" y="426"/>
                  </a:cubicBezTo>
                  <a:cubicBezTo>
                    <a:pt x="1254" y="351"/>
                    <a:pt x="1304" y="301"/>
                    <a:pt x="1304" y="301"/>
                  </a:cubicBezTo>
                  <a:lnTo>
                    <a:pt x="10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6" name="Google Shape;2406;p50"/>
            <p:cNvSpPr/>
            <p:nvPr/>
          </p:nvSpPr>
          <p:spPr>
            <a:xfrm>
              <a:off x="2524427" y="4093275"/>
              <a:ext cx="64484" cy="61913"/>
            </a:xfrm>
            <a:custGeom>
              <a:rect b="b" l="l" r="r" t="t"/>
              <a:pathLst>
                <a:path extrusionOk="0" h="1204" w="1254">
                  <a:moveTo>
                    <a:pt x="978" y="1"/>
                  </a:moveTo>
                  <a:lnTo>
                    <a:pt x="1" y="928"/>
                  </a:lnTo>
                  <a:lnTo>
                    <a:pt x="251" y="1204"/>
                  </a:lnTo>
                  <a:lnTo>
                    <a:pt x="1254" y="276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50"/>
            <p:cNvSpPr/>
            <p:nvPr/>
          </p:nvSpPr>
          <p:spPr>
            <a:xfrm>
              <a:off x="2597911" y="4015935"/>
              <a:ext cx="59342" cy="65821"/>
            </a:xfrm>
            <a:custGeom>
              <a:rect b="b" l="l" r="r" t="t"/>
              <a:pathLst>
                <a:path extrusionOk="0" h="1280" w="1154">
                  <a:moveTo>
                    <a:pt x="852" y="1"/>
                  </a:moveTo>
                  <a:cubicBezTo>
                    <a:pt x="852" y="1"/>
                    <a:pt x="652" y="277"/>
                    <a:pt x="451" y="527"/>
                  </a:cubicBezTo>
                  <a:cubicBezTo>
                    <a:pt x="351" y="678"/>
                    <a:pt x="226" y="778"/>
                    <a:pt x="151" y="878"/>
                  </a:cubicBezTo>
                  <a:cubicBezTo>
                    <a:pt x="50" y="978"/>
                    <a:pt x="0" y="1029"/>
                    <a:pt x="0" y="1029"/>
                  </a:cubicBezTo>
                  <a:lnTo>
                    <a:pt x="276" y="1279"/>
                  </a:lnTo>
                  <a:cubicBezTo>
                    <a:pt x="276" y="1279"/>
                    <a:pt x="326" y="1204"/>
                    <a:pt x="426" y="1129"/>
                  </a:cubicBezTo>
                  <a:cubicBezTo>
                    <a:pt x="502" y="1029"/>
                    <a:pt x="627" y="903"/>
                    <a:pt x="727" y="778"/>
                  </a:cubicBezTo>
                  <a:cubicBezTo>
                    <a:pt x="928" y="502"/>
                    <a:pt x="1153" y="227"/>
                    <a:pt x="1153" y="227"/>
                  </a:cubicBezTo>
                  <a:lnTo>
                    <a:pt x="8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8" name="Google Shape;2408;p50"/>
            <p:cNvSpPr/>
            <p:nvPr/>
          </p:nvSpPr>
          <p:spPr>
            <a:xfrm>
              <a:off x="2661059" y="3930881"/>
              <a:ext cx="52862" cy="68392"/>
            </a:xfrm>
            <a:custGeom>
              <a:rect b="b" l="l" r="r" t="t"/>
              <a:pathLst>
                <a:path extrusionOk="0" h="1330" w="1028">
                  <a:moveTo>
                    <a:pt x="702" y="1"/>
                  </a:moveTo>
                  <a:cubicBezTo>
                    <a:pt x="702" y="1"/>
                    <a:pt x="677" y="76"/>
                    <a:pt x="602" y="176"/>
                  </a:cubicBezTo>
                  <a:cubicBezTo>
                    <a:pt x="552" y="302"/>
                    <a:pt x="452" y="427"/>
                    <a:pt x="376" y="577"/>
                  </a:cubicBezTo>
                  <a:cubicBezTo>
                    <a:pt x="176" y="853"/>
                    <a:pt x="0" y="1129"/>
                    <a:pt x="0" y="1129"/>
                  </a:cubicBezTo>
                  <a:lnTo>
                    <a:pt x="301" y="1329"/>
                  </a:lnTo>
                  <a:cubicBezTo>
                    <a:pt x="301" y="1329"/>
                    <a:pt x="502" y="1053"/>
                    <a:pt x="677" y="753"/>
                  </a:cubicBezTo>
                  <a:cubicBezTo>
                    <a:pt x="777" y="627"/>
                    <a:pt x="853" y="477"/>
                    <a:pt x="928" y="377"/>
                  </a:cubicBezTo>
                  <a:cubicBezTo>
                    <a:pt x="978" y="251"/>
                    <a:pt x="1028" y="176"/>
                    <a:pt x="1028" y="176"/>
                  </a:cubicBez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9" name="Google Shape;2409;p50"/>
            <p:cNvSpPr/>
            <p:nvPr/>
          </p:nvSpPr>
          <p:spPr>
            <a:xfrm>
              <a:off x="2712585" y="3839399"/>
              <a:ext cx="46486" cy="70912"/>
            </a:xfrm>
            <a:custGeom>
              <a:rect b="b" l="l" r="r" t="t"/>
              <a:pathLst>
                <a:path extrusionOk="0" h="1379" w="904">
                  <a:moveTo>
                    <a:pt x="577" y="0"/>
                  </a:moveTo>
                  <a:cubicBezTo>
                    <a:pt x="577" y="0"/>
                    <a:pt x="427" y="301"/>
                    <a:pt x="302" y="602"/>
                  </a:cubicBezTo>
                  <a:cubicBezTo>
                    <a:pt x="252" y="752"/>
                    <a:pt x="176" y="903"/>
                    <a:pt x="101" y="1028"/>
                  </a:cubicBezTo>
                  <a:cubicBezTo>
                    <a:pt x="51" y="1128"/>
                    <a:pt x="1" y="1203"/>
                    <a:pt x="1" y="1203"/>
                  </a:cubicBezTo>
                  <a:lnTo>
                    <a:pt x="327" y="1379"/>
                  </a:lnTo>
                  <a:cubicBezTo>
                    <a:pt x="327" y="1379"/>
                    <a:pt x="377" y="1304"/>
                    <a:pt x="427" y="1178"/>
                  </a:cubicBezTo>
                  <a:cubicBezTo>
                    <a:pt x="502" y="1053"/>
                    <a:pt x="577" y="928"/>
                    <a:pt x="653" y="752"/>
                  </a:cubicBezTo>
                  <a:cubicBezTo>
                    <a:pt x="778" y="452"/>
                    <a:pt x="903" y="126"/>
                    <a:pt x="903" y="126"/>
                  </a:cubicBezTo>
                  <a:lnTo>
                    <a:pt x="5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0" name="Google Shape;2410;p50"/>
            <p:cNvSpPr/>
            <p:nvPr/>
          </p:nvSpPr>
          <p:spPr>
            <a:xfrm>
              <a:off x="2173875" y="3756916"/>
              <a:ext cx="141823" cy="279687"/>
            </a:xfrm>
            <a:custGeom>
              <a:rect b="b" l="l" r="r" t="t"/>
              <a:pathLst>
                <a:path extrusionOk="0" h="5439" w="2758">
                  <a:moveTo>
                    <a:pt x="51" y="0"/>
                  </a:moveTo>
                  <a:lnTo>
                    <a:pt x="1" y="176"/>
                  </a:lnTo>
                  <a:lnTo>
                    <a:pt x="652" y="401"/>
                  </a:lnTo>
                  <a:cubicBezTo>
                    <a:pt x="753" y="426"/>
                    <a:pt x="828" y="502"/>
                    <a:pt x="878" y="627"/>
                  </a:cubicBezTo>
                  <a:cubicBezTo>
                    <a:pt x="928" y="727"/>
                    <a:pt x="928" y="853"/>
                    <a:pt x="853" y="953"/>
                  </a:cubicBezTo>
                  <a:lnTo>
                    <a:pt x="727" y="1228"/>
                  </a:lnTo>
                  <a:cubicBezTo>
                    <a:pt x="652" y="1379"/>
                    <a:pt x="627" y="1529"/>
                    <a:pt x="677" y="1680"/>
                  </a:cubicBezTo>
                  <a:cubicBezTo>
                    <a:pt x="727" y="1830"/>
                    <a:pt x="853" y="1955"/>
                    <a:pt x="1003" y="2005"/>
                  </a:cubicBezTo>
                  <a:lnTo>
                    <a:pt x="1479" y="2231"/>
                  </a:lnTo>
                  <a:cubicBezTo>
                    <a:pt x="1555" y="2256"/>
                    <a:pt x="1630" y="2331"/>
                    <a:pt x="1680" y="2431"/>
                  </a:cubicBezTo>
                  <a:cubicBezTo>
                    <a:pt x="1730" y="2532"/>
                    <a:pt x="1705" y="2657"/>
                    <a:pt x="1680" y="2757"/>
                  </a:cubicBezTo>
                  <a:lnTo>
                    <a:pt x="1479" y="3183"/>
                  </a:lnTo>
                  <a:cubicBezTo>
                    <a:pt x="1404" y="3334"/>
                    <a:pt x="1404" y="3484"/>
                    <a:pt x="1454" y="3609"/>
                  </a:cubicBezTo>
                  <a:cubicBezTo>
                    <a:pt x="1504" y="3760"/>
                    <a:pt x="1605" y="3885"/>
                    <a:pt x="1755" y="3935"/>
                  </a:cubicBezTo>
                  <a:lnTo>
                    <a:pt x="2281" y="4186"/>
                  </a:lnTo>
                  <a:cubicBezTo>
                    <a:pt x="2482" y="4261"/>
                    <a:pt x="2557" y="4512"/>
                    <a:pt x="2482" y="4712"/>
                  </a:cubicBezTo>
                  <a:lnTo>
                    <a:pt x="2181" y="5364"/>
                  </a:lnTo>
                  <a:lnTo>
                    <a:pt x="2332" y="5439"/>
                  </a:lnTo>
                  <a:lnTo>
                    <a:pt x="2632" y="4762"/>
                  </a:lnTo>
                  <a:cubicBezTo>
                    <a:pt x="2758" y="4487"/>
                    <a:pt x="2632" y="4161"/>
                    <a:pt x="2357" y="4035"/>
                  </a:cubicBezTo>
                  <a:lnTo>
                    <a:pt x="1830" y="3785"/>
                  </a:lnTo>
                  <a:cubicBezTo>
                    <a:pt x="1730" y="3735"/>
                    <a:pt x="1655" y="3660"/>
                    <a:pt x="1605" y="3559"/>
                  </a:cubicBezTo>
                  <a:cubicBezTo>
                    <a:pt x="1580" y="3459"/>
                    <a:pt x="1580" y="3359"/>
                    <a:pt x="1630" y="3259"/>
                  </a:cubicBezTo>
                  <a:lnTo>
                    <a:pt x="1830" y="2807"/>
                  </a:lnTo>
                  <a:cubicBezTo>
                    <a:pt x="1880" y="2682"/>
                    <a:pt x="1905" y="2532"/>
                    <a:pt x="1830" y="2381"/>
                  </a:cubicBezTo>
                  <a:cubicBezTo>
                    <a:pt x="1780" y="2231"/>
                    <a:pt x="1680" y="2131"/>
                    <a:pt x="1530" y="2056"/>
                  </a:cubicBezTo>
                  <a:lnTo>
                    <a:pt x="1053" y="1855"/>
                  </a:lnTo>
                  <a:cubicBezTo>
                    <a:pt x="953" y="1805"/>
                    <a:pt x="878" y="1730"/>
                    <a:pt x="853" y="1629"/>
                  </a:cubicBezTo>
                  <a:cubicBezTo>
                    <a:pt x="803" y="1504"/>
                    <a:pt x="828" y="1404"/>
                    <a:pt x="878" y="1304"/>
                  </a:cubicBezTo>
                  <a:lnTo>
                    <a:pt x="1028" y="1028"/>
                  </a:lnTo>
                  <a:cubicBezTo>
                    <a:pt x="1103" y="878"/>
                    <a:pt x="1103" y="702"/>
                    <a:pt x="1053" y="552"/>
                  </a:cubicBezTo>
                  <a:cubicBezTo>
                    <a:pt x="978" y="401"/>
                    <a:pt x="853" y="276"/>
                    <a:pt x="702" y="226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1" name="Google Shape;2411;p50"/>
            <p:cNvSpPr/>
            <p:nvPr/>
          </p:nvSpPr>
          <p:spPr>
            <a:xfrm>
              <a:off x="1026829" y="4339438"/>
              <a:ext cx="1808221" cy="107010"/>
            </a:xfrm>
            <a:custGeom>
              <a:rect b="b" l="l" r="r" t="t"/>
              <a:pathLst>
                <a:path extrusionOk="0" h="2081" w="35164">
                  <a:moveTo>
                    <a:pt x="1" y="1"/>
                  </a:moveTo>
                  <a:lnTo>
                    <a:pt x="1" y="2081"/>
                  </a:lnTo>
                  <a:lnTo>
                    <a:pt x="35164" y="2081"/>
                  </a:lnTo>
                  <a:lnTo>
                    <a:pt x="351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2" name="Google Shape;2412;p50"/>
            <p:cNvSpPr/>
            <p:nvPr/>
          </p:nvSpPr>
          <p:spPr>
            <a:xfrm>
              <a:off x="654370" y="3510753"/>
              <a:ext cx="1477008" cy="935684"/>
            </a:xfrm>
            <a:custGeom>
              <a:rect b="b" l="l" r="r" t="t"/>
              <a:pathLst>
                <a:path extrusionOk="0" h="18196" w="28723">
                  <a:moveTo>
                    <a:pt x="1" y="0"/>
                  </a:moveTo>
                  <a:lnTo>
                    <a:pt x="3685" y="18196"/>
                  </a:lnTo>
                  <a:lnTo>
                    <a:pt x="28723" y="18196"/>
                  </a:lnTo>
                  <a:lnTo>
                    <a:pt x="237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50"/>
            <p:cNvSpPr/>
            <p:nvPr/>
          </p:nvSpPr>
          <p:spPr>
            <a:xfrm>
              <a:off x="2681680" y="4142282"/>
              <a:ext cx="88961" cy="87675"/>
            </a:xfrm>
            <a:custGeom>
              <a:rect b="b" l="l" r="r" t="t"/>
              <a:pathLst>
                <a:path extrusionOk="0" h="1705" w="1730">
                  <a:moveTo>
                    <a:pt x="301" y="0"/>
                  </a:moveTo>
                  <a:lnTo>
                    <a:pt x="0" y="301"/>
                  </a:lnTo>
                  <a:lnTo>
                    <a:pt x="1429" y="1704"/>
                  </a:lnTo>
                  <a:lnTo>
                    <a:pt x="1730" y="1404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50"/>
            <p:cNvSpPr/>
            <p:nvPr/>
          </p:nvSpPr>
          <p:spPr>
            <a:xfrm>
              <a:off x="2682965" y="4142282"/>
              <a:ext cx="86390" cy="87675"/>
            </a:xfrm>
            <a:custGeom>
              <a:rect b="b" l="l" r="r" t="t"/>
              <a:pathLst>
                <a:path extrusionOk="0" h="1705" w="1680">
                  <a:moveTo>
                    <a:pt x="1404" y="0"/>
                  </a:moveTo>
                  <a:lnTo>
                    <a:pt x="0" y="1404"/>
                  </a:lnTo>
                  <a:lnTo>
                    <a:pt x="301" y="1704"/>
                  </a:lnTo>
                  <a:lnTo>
                    <a:pt x="1680" y="301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50"/>
            <p:cNvSpPr/>
            <p:nvPr/>
          </p:nvSpPr>
          <p:spPr>
            <a:xfrm>
              <a:off x="615700" y="4066227"/>
              <a:ext cx="225591" cy="19386"/>
            </a:xfrm>
            <a:custGeom>
              <a:rect b="b" l="l" r="r" t="t"/>
              <a:pathLst>
                <a:path extrusionOk="0" h="377" w="4387">
                  <a:moveTo>
                    <a:pt x="1" y="0"/>
                  </a:moveTo>
                  <a:lnTo>
                    <a:pt x="1" y="376"/>
                  </a:lnTo>
                  <a:lnTo>
                    <a:pt x="4387" y="376"/>
                  </a:lnTo>
                  <a:lnTo>
                    <a:pt x="43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50"/>
            <p:cNvSpPr/>
            <p:nvPr/>
          </p:nvSpPr>
          <p:spPr>
            <a:xfrm>
              <a:off x="703377" y="4001794"/>
              <a:ext cx="123774" cy="19386"/>
            </a:xfrm>
            <a:custGeom>
              <a:rect b="b" l="l" r="r" t="t"/>
              <a:pathLst>
                <a:path extrusionOk="0" h="377" w="2407">
                  <a:moveTo>
                    <a:pt x="0" y="0"/>
                  </a:moveTo>
                  <a:lnTo>
                    <a:pt x="0" y="376"/>
                  </a:lnTo>
                  <a:lnTo>
                    <a:pt x="2406" y="376"/>
                  </a:lnTo>
                  <a:lnTo>
                    <a:pt x="24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50"/>
            <p:cNvSpPr/>
            <p:nvPr/>
          </p:nvSpPr>
          <p:spPr>
            <a:xfrm>
              <a:off x="641514" y="3144723"/>
              <a:ext cx="51577" cy="18101"/>
            </a:xfrm>
            <a:custGeom>
              <a:rect b="b" l="l" r="r" t="t"/>
              <a:pathLst>
                <a:path extrusionOk="0" h="352" w="1003">
                  <a:moveTo>
                    <a:pt x="25" y="1"/>
                  </a:moveTo>
                  <a:lnTo>
                    <a:pt x="0" y="351"/>
                  </a:lnTo>
                  <a:lnTo>
                    <a:pt x="1003" y="351"/>
                  </a:lnTo>
                  <a:lnTo>
                    <a:pt x="10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50"/>
            <p:cNvSpPr/>
            <p:nvPr/>
          </p:nvSpPr>
          <p:spPr>
            <a:xfrm>
              <a:off x="717518" y="3144723"/>
              <a:ext cx="50343" cy="19386"/>
            </a:xfrm>
            <a:custGeom>
              <a:rect b="b" l="l" r="r" t="t"/>
              <a:pathLst>
                <a:path extrusionOk="0" h="377" w="979">
                  <a:moveTo>
                    <a:pt x="1" y="1"/>
                  </a:moveTo>
                  <a:lnTo>
                    <a:pt x="1" y="351"/>
                  </a:lnTo>
                  <a:lnTo>
                    <a:pt x="978" y="376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p50"/>
            <p:cNvSpPr/>
            <p:nvPr/>
          </p:nvSpPr>
          <p:spPr>
            <a:xfrm>
              <a:off x="792287" y="3144723"/>
              <a:ext cx="51577" cy="19386"/>
            </a:xfrm>
            <a:custGeom>
              <a:rect b="b" l="l" r="r" t="t"/>
              <a:pathLst>
                <a:path extrusionOk="0" h="377" w="1003">
                  <a:moveTo>
                    <a:pt x="0" y="1"/>
                  </a:moveTo>
                  <a:lnTo>
                    <a:pt x="0" y="376"/>
                  </a:lnTo>
                  <a:lnTo>
                    <a:pt x="1003" y="376"/>
                  </a:lnTo>
                  <a:lnTo>
                    <a:pt x="10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p50"/>
            <p:cNvSpPr/>
            <p:nvPr/>
          </p:nvSpPr>
          <p:spPr>
            <a:xfrm>
              <a:off x="868342" y="3144723"/>
              <a:ext cx="50291" cy="19386"/>
            </a:xfrm>
            <a:custGeom>
              <a:rect b="b" l="l" r="r" t="t"/>
              <a:pathLst>
                <a:path extrusionOk="0" h="377" w="978">
                  <a:moveTo>
                    <a:pt x="0" y="1"/>
                  </a:moveTo>
                  <a:lnTo>
                    <a:pt x="0" y="376"/>
                  </a:lnTo>
                  <a:lnTo>
                    <a:pt x="978" y="376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1" name="Google Shape;2421;p50"/>
            <p:cNvSpPr/>
            <p:nvPr/>
          </p:nvSpPr>
          <p:spPr>
            <a:xfrm>
              <a:off x="943060" y="3146009"/>
              <a:ext cx="50343" cy="18101"/>
            </a:xfrm>
            <a:custGeom>
              <a:rect b="b" l="l" r="r" t="t"/>
              <a:pathLst>
                <a:path extrusionOk="0" h="352" w="979">
                  <a:moveTo>
                    <a:pt x="1" y="1"/>
                  </a:moveTo>
                  <a:lnTo>
                    <a:pt x="1" y="351"/>
                  </a:lnTo>
                  <a:lnTo>
                    <a:pt x="978" y="351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p50"/>
            <p:cNvSpPr/>
            <p:nvPr/>
          </p:nvSpPr>
          <p:spPr>
            <a:xfrm>
              <a:off x="1019115" y="3146009"/>
              <a:ext cx="50291" cy="19386"/>
            </a:xfrm>
            <a:custGeom>
              <a:rect b="b" l="l" r="r" t="t"/>
              <a:pathLst>
                <a:path extrusionOk="0" h="377" w="978">
                  <a:moveTo>
                    <a:pt x="0" y="1"/>
                  </a:moveTo>
                  <a:lnTo>
                    <a:pt x="0" y="351"/>
                  </a:lnTo>
                  <a:lnTo>
                    <a:pt x="978" y="377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50"/>
            <p:cNvSpPr/>
            <p:nvPr/>
          </p:nvSpPr>
          <p:spPr>
            <a:xfrm>
              <a:off x="1093885" y="3146009"/>
              <a:ext cx="50291" cy="19386"/>
            </a:xfrm>
            <a:custGeom>
              <a:rect b="b" l="l" r="r" t="t"/>
              <a:pathLst>
                <a:path extrusionOk="0" h="377" w="978">
                  <a:moveTo>
                    <a:pt x="0" y="1"/>
                  </a:moveTo>
                  <a:lnTo>
                    <a:pt x="0" y="377"/>
                  </a:lnTo>
                  <a:lnTo>
                    <a:pt x="978" y="377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p50"/>
            <p:cNvSpPr/>
            <p:nvPr/>
          </p:nvSpPr>
          <p:spPr>
            <a:xfrm>
              <a:off x="2171304" y="3632884"/>
              <a:ext cx="77391" cy="28694"/>
            </a:xfrm>
            <a:custGeom>
              <a:rect b="b" l="l" r="r" t="t"/>
              <a:pathLst>
                <a:path extrusionOk="0" h="558" w="1505">
                  <a:moveTo>
                    <a:pt x="714" y="0"/>
                  </a:moveTo>
                  <a:cubicBezTo>
                    <a:pt x="384" y="0"/>
                    <a:pt x="26" y="232"/>
                    <a:pt x="26" y="232"/>
                  </a:cubicBezTo>
                  <a:cubicBezTo>
                    <a:pt x="26" y="232"/>
                    <a:pt x="0" y="296"/>
                    <a:pt x="95" y="296"/>
                  </a:cubicBezTo>
                  <a:cubicBezTo>
                    <a:pt x="133" y="296"/>
                    <a:pt x="190" y="286"/>
                    <a:pt x="276" y="257"/>
                  </a:cubicBezTo>
                  <a:cubicBezTo>
                    <a:pt x="330" y="244"/>
                    <a:pt x="369" y="237"/>
                    <a:pt x="402" y="237"/>
                  </a:cubicBezTo>
                  <a:cubicBezTo>
                    <a:pt x="493" y="237"/>
                    <a:pt x="537" y="284"/>
                    <a:pt x="702" y="357"/>
                  </a:cubicBezTo>
                  <a:cubicBezTo>
                    <a:pt x="928" y="432"/>
                    <a:pt x="1003" y="432"/>
                    <a:pt x="1128" y="508"/>
                  </a:cubicBezTo>
                  <a:cubicBezTo>
                    <a:pt x="1204" y="533"/>
                    <a:pt x="1454" y="558"/>
                    <a:pt x="1454" y="558"/>
                  </a:cubicBezTo>
                  <a:lnTo>
                    <a:pt x="1504" y="182"/>
                  </a:lnTo>
                  <a:cubicBezTo>
                    <a:pt x="1153" y="107"/>
                    <a:pt x="1229" y="82"/>
                    <a:pt x="803" y="6"/>
                  </a:cubicBezTo>
                  <a:cubicBezTo>
                    <a:pt x="773" y="2"/>
                    <a:pt x="744" y="0"/>
                    <a:pt x="714" y="0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p50"/>
            <p:cNvSpPr/>
            <p:nvPr/>
          </p:nvSpPr>
          <p:spPr>
            <a:xfrm>
              <a:off x="2189354" y="3648670"/>
              <a:ext cx="56770" cy="16712"/>
            </a:xfrm>
            <a:custGeom>
              <a:rect b="b" l="l" r="r" t="t"/>
              <a:pathLst>
                <a:path extrusionOk="0" h="325" w="1104">
                  <a:moveTo>
                    <a:pt x="652" y="0"/>
                  </a:moveTo>
                  <a:cubicBezTo>
                    <a:pt x="652" y="0"/>
                    <a:pt x="0" y="201"/>
                    <a:pt x="151" y="301"/>
                  </a:cubicBezTo>
                  <a:cubicBezTo>
                    <a:pt x="176" y="317"/>
                    <a:pt x="211" y="324"/>
                    <a:pt x="253" y="324"/>
                  </a:cubicBezTo>
                  <a:cubicBezTo>
                    <a:pt x="468" y="324"/>
                    <a:pt x="873" y="146"/>
                    <a:pt x="1103" y="125"/>
                  </a:cubicBezTo>
                  <a:lnTo>
                    <a:pt x="652" y="0"/>
                  </a:ln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p50"/>
            <p:cNvSpPr/>
            <p:nvPr/>
          </p:nvSpPr>
          <p:spPr>
            <a:xfrm>
              <a:off x="2224167" y="3490801"/>
              <a:ext cx="253924" cy="196897"/>
            </a:xfrm>
            <a:custGeom>
              <a:rect b="b" l="l" r="r" t="t"/>
              <a:pathLst>
                <a:path extrusionOk="0" h="3829" w="4938">
                  <a:moveTo>
                    <a:pt x="4041" y="0"/>
                  </a:moveTo>
                  <a:cubicBezTo>
                    <a:pt x="3942" y="0"/>
                    <a:pt x="3832" y="12"/>
                    <a:pt x="3709" y="38"/>
                  </a:cubicBezTo>
                  <a:cubicBezTo>
                    <a:pt x="3008" y="163"/>
                    <a:pt x="3459" y="1466"/>
                    <a:pt x="3133" y="1942"/>
                  </a:cubicBezTo>
                  <a:cubicBezTo>
                    <a:pt x="2572" y="2744"/>
                    <a:pt x="1048" y="2824"/>
                    <a:pt x="461" y="2824"/>
                  </a:cubicBezTo>
                  <a:cubicBezTo>
                    <a:pt x="314" y="2824"/>
                    <a:pt x="226" y="2819"/>
                    <a:pt x="226" y="2819"/>
                  </a:cubicBezTo>
                  <a:cubicBezTo>
                    <a:pt x="0" y="3020"/>
                    <a:pt x="125" y="3371"/>
                    <a:pt x="125" y="3371"/>
                  </a:cubicBezTo>
                  <a:cubicBezTo>
                    <a:pt x="125" y="3371"/>
                    <a:pt x="1451" y="3828"/>
                    <a:pt x="2610" y="3828"/>
                  </a:cubicBezTo>
                  <a:cubicBezTo>
                    <a:pt x="3144" y="3828"/>
                    <a:pt x="3643" y="3731"/>
                    <a:pt x="3960" y="3446"/>
                  </a:cubicBezTo>
                  <a:cubicBezTo>
                    <a:pt x="4937" y="2544"/>
                    <a:pt x="4937" y="1366"/>
                    <a:pt x="4812" y="664"/>
                  </a:cubicBezTo>
                  <a:cubicBezTo>
                    <a:pt x="4750" y="289"/>
                    <a:pt x="4531" y="0"/>
                    <a:pt x="4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50"/>
            <p:cNvSpPr/>
            <p:nvPr/>
          </p:nvSpPr>
          <p:spPr>
            <a:xfrm>
              <a:off x="2661059" y="4281433"/>
              <a:ext cx="36150" cy="45252"/>
            </a:xfrm>
            <a:custGeom>
              <a:rect b="b" l="l" r="r" t="t"/>
              <a:pathLst>
                <a:path extrusionOk="0" h="880" w="703">
                  <a:moveTo>
                    <a:pt x="502" y="1"/>
                  </a:moveTo>
                  <a:lnTo>
                    <a:pt x="0" y="302"/>
                  </a:lnTo>
                  <a:cubicBezTo>
                    <a:pt x="76" y="377"/>
                    <a:pt x="126" y="452"/>
                    <a:pt x="176" y="502"/>
                  </a:cubicBezTo>
                  <a:cubicBezTo>
                    <a:pt x="251" y="602"/>
                    <a:pt x="251" y="628"/>
                    <a:pt x="25" y="878"/>
                  </a:cubicBezTo>
                  <a:cubicBezTo>
                    <a:pt x="37" y="879"/>
                    <a:pt x="48" y="879"/>
                    <a:pt x="59" y="879"/>
                  </a:cubicBezTo>
                  <a:cubicBezTo>
                    <a:pt x="395" y="879"/>
                    <a:pt x="678" y="526"/>
                    <a:pt x="702" y="477"/>
                  </a:cubicBezTo>
                  <a:cubicBezTo>
                    <a:pt x="677" y="352"/>
                    <a:pt x="602" y="176"/>
                    <a:pt x="502" y="1"/>
                  </a:cubicBezTo>
                  <a:close/>
                </a:path>
              </a:pathLst>
            </a:custGeom>
            <a:solidFill>
              <a:srgbClr val="F9B2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p50"/>
            <p:cNvSpPr/>
            <p:nvPr/>
          </p:nvSpPr>
          <p:spPr>
            <a:xfrm>
              <a:off x="2644243" y="4305962"/>
              <a:ext cx="67106" cy="36613"/>
            </a:xfrm>
            <a:custGeom>
              <a:rect b="b" l="l" r="r" t="t"/>
              <a:pathLst>
                <a:path extrusionOk="0" h="712" w="1305">
                  <a:moveTo>
                    <a:pt x="1029" y="0"/>
                  </a:moveTo>
                  <a:lnTo>
                    <a:pt x="1029" y="0"/>
                  </a:lnTo>
                  <a:cubicBezTo>
                    <a:pt x="1005" y="49"/>
                    <a:pt x="722" y="402"/>
                    <a:pt x="386" y="402"/>
                  </a:cubicBezTo>
                  <a:cubicBezTo>
                    <a:pt x="375" y="402"/>
                    <a:pt x="364" y="402"/>
                    <a:pt x="352" y="401"/>
                  </a:cubicBezTo>
                  <a:cubicBezTo>
                    <a:pt x="352" y="401"/>
                    <a:pt x="0" y="712"/>
                    <a:pt x="219" y="712"/>
                  </a:cubicBezTo>
                  <a:cubicBezTo>
                    <a:pt x="241" y="712"/>
                    <a:pt x="268" y="709"/>
                    <a:pt x="302" y="702"/>
                  </a:cubicBezTo>
                  <a:cubicBezTo>
                    <a:pt x="678" y="652"/>
                    <a:pt x="1305" y="401"/>
                    <a:pt x="10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p50"/>
            <p:cNvSpPr/>
            <p:nvPr/>
          </p:nvSpPr>
          <p:spPr>
            <a:xfrm>
              <a:off x="2407182" y="3802014"/>
              <a:ext cx="289663" cy="501369"/>
            </a:xfrm>
            <a:custGeom>
              <a:rect b="b" l="l" r="r" t="t"/>
              <a:pathLst>
                <a:path extrusionOk="0" h="9750" w="5633">
                  <a:moveTo>
                    <a:pt x="2782" y="1"/>
                  </a:moveTo>
                  <a:lnTo>
                    <a:pt x="852" y="803"/>
                  </a:lnTo>
                  <a:lnTo>
                    <a:pt x="0" y="1153"/>
                  </a:lnTo>
                  <a:cubicBezTo>
                    <a:pt x="0" y="1153"/>
                    <a:pt x="175" y="2256"/>
                    <a:pt x="451" y="2883"/>
                  </a:cubicBezTo>
                  <a:cubicBezTo>
                    <a:pt x="1328" y="4838"/>
                    <a:pt x="1454" y="4737"/>
                    <a:pt x="1729" y="5164"/>
                  </a:cubicBezTo>
                  <a:cubicBezTo>
                    <a:pt x="1729" y="5214"/>
                    <a:pt x="1754" y="5239"/>
                    <a:pt x="1780" y="5289"/>
                  </a:cubicBezTo>
                  <a:cubicBezTo>
                    <a:pt x="2306" y="6266"/>
                    <a:pt x="3684" y="8647"/>
                    <a:pt x="4962" y="9725"/>
                  </a:cubicBezTo>
                  <a:cubicBezTo>
                    <a:pt x="4983" y="9742"/>
                    <a:pt x="5011" y="9750"/>
                    <a:pt x="5043" y="9750"/>
                  </a:cubicBezTo>
                  <a:cubicBezTo>
                    <a:pt x="5246" y="9750"/>
                    <a:pt x="5632" y="9443"/>
                    <a:pt x="5589" y="9249"/>
                  </a:cubicBezTo>
                  <a:cubicBezTo>
                    <a:pt x="5138" y="7620"/>
                    <a:pt x="4787" y="7269"/>
                    <a:pt x="4311" y="5514"/>
                  </a:cubicBezTo>
                  <a:cubicBezTo>
                    <a:pt x="4186" y="4988"/>
                    <a:pt x="4035" y="3960"/>
                    <a:pt x="3910" y="3309"/>
                  </a:cubicBezTo>
                  <a:cubicBezTo>
                    <a:pt x="3759" y="2532"/>
                    <a:pt x="3484" y="677"/>
                    <a:pt x="27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50"/>
            <p:cNvSpPr/>
            <p:nvPr/>
          </p:nvSpPr>
          <p:spPr>
            <a:xfrm>
              <a:off x="2403274" y="4320103"/>
              <a:ext cx="41292" cy="34402"/>
            </a:xfrm>
            <a:custGeom>
              <a:rect b="b" l="l" r="r" t="t"/>
              <a:pathLst>
                <a:path extrusionOk="0" h="669" w="803">
                  <a:moveTo>
                    <a:pt x="803" y="1"/>
                  </a:moveTo>
                  <a:lnTo>
                    <a:pt x="226" y="76"/>
                  </a:lnTo>
                  <a:cubicBezTo>
                    <a:pt x="251" y="151"/>
                    <a:pt x="277" y="251"/>
                    <a:pt x="302" y="327"/>
                  </a:cubicBezTo>
                  <a:cubicBezTo>
                    <a:pt x="327" y="427"/>
                    <a:pt x="327" y="477"/>
                    <a:pt x="1" y="602"/>
                  </a:cubicBezTo>
                  <a:cubicBezTo>
                    <a:pt x="84" y="651"/>
                    <a:pt x="176" y="669"/>
                    <a:pt x="268" y="669"/>
                  </a:cubicBezTo>
                  <a:cubicBezTo>
                    <a:pt x="508" y="669"/>
                    <a:pt x="741" y="545"/>
                    <a:pt x="778" y="527"/>
                  </a:cubicBezTo>
                  <a:cubicBezTo>
                    <a:pt x="803" y="377"/>
                    <a:pt x="803" y="201"/>
                    <a:pt x="803" y="1"/>
                  </a:cubicBezTo>
                  <a:close/>
                </a:path>
              </a:pathLst>
            </a:custGeom>
            <a:solidFill>
              <a:srgbClr val="F9B2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p50"/>
            <p:cNvSpPr/>
            <p:nvPr/>
          </p:nvSpPr>
          <p:spPr>
            <a:xfrm>
              <a:off x="2376226" y="4347203"/>
              <a:ext cx="70809" cy="20775"/>
            </a:xfrm>
            <a:custGeom>
              <a:rect b="b" l="l" r="r" t="t"/>
              <a:pathLst>
                <a:path extrusionOk="0" h="404" w="1377">
                  <a:moveTo>
                    <a:pt x="1304" y="0"/>
                  </a:moveTo>
                  <a:cubicBezTo>
                    <a:pt x="1267" y="18"/>
                    <a:pt x="1034" y="142"/>
                    <a:pt x="794" y="142"/>
                  </a:cubicBezTo>
                  <a:cubicBezTo>
                    <a:pt x="702" y="142"/>
                    <a:pt x="610" y="124"/>
                    <a:pt x="527" y="75"/>
                  </a:cubicBezTo>
                  <a:cubicBezTo>
                    <a:pt x="527" y="75"/>
                    <a:pt x="1" y="226"/>
                    <a:pt x="351" y="326"/>
                  </a:cubicBezTo>
                  <a:cubicBezTo>
                    <a:pt x="488" y="371"/>
                    <a:pt x="663" y="404"/>
                    <a:pt x="828" y="404"/>
                  </a:cubicBezTo>
                  <a:cubicBezTo>
                    <a:pt x="1119" y="404"/>
                    <a:pt x="1377" y="304"/>
                    <a:pt x="1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p50"/>
            <p:cNvSpPr/>
            <p:nvPr/>
          </p:nvSpPr>
          <p:spPr>
            <a:xfrm>
              <a:off x="2407182" y="3843256"/>
              <a:ext cx="113438" cy="224305"/>
            </a:xfrm>
            <a:custGeom>
              <a:rect b="b" l="l" r="r" t="t"/>
              <a:pathLst>
                <a:path extrusionOk="0" h="4362" w="2206">
                  <a:moveTo>
                    <a:pt x="852" y="1"/>
                  </a:moveTo>
                  <a:lnTo>
                    <a:pt x="0" y="351"/>
                  </a:lnTo>
                  <a:cubicBezTo>
                    <a:pt x="0" y="351"/>
                    <a:pt x="175" y="1454"/>
                    <a:pt x="451" y="2081"/>
                  </a:cubicBezTo>
                  <a:cubicBezTo>
                    <a:pt x="1328" y="4036"/>
                    <a:pt x="1454" y="3935"/>
                    <a:pt x="1729" y="4362"/>
                  </a:cubicBezTo>
                  <a:cubicBezTo>
                    <a:pt x="1805" y="4161"/>
                    <a:pt x="1880" y="3961"/>
                    <a:pt x="1955" y="3735"/>
                  </a:cubicBezTo>
                  <a:cubicBezTo>
                    <a:pt x="2206" y="3008"/>
                    <a:pt x="2080" y="953"/>
                    <a:pt x="1729" y="76"/>
                  </a:cubicBezTo>
                  <a:lnTo>
                    <a:pt x="8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50"/>
            <p:cNvSpPr/>
            <p:nvPr/>
          </p:nvSpPr>
          <p:spPr>
            <a:xfrm>
              <a:off x="2347891" y="3822635"/>
              <a:ext cx="183064" cy="510985"/>
            </a:xfrm>
            <a:custGeom>
              <a:rect b="b" l="l" r="r" t="t"/>
              <a:pathLst>
                <a:path extrusionOk="0" h="9937" w="3560">
                  <a:moveTo>
                    <a:pt x="326" y="1"/>
                  </a:moveTo>
                  <a:cubicBezTo>
                    <a:pt x="326" y="1"/>
                    <a:pt x="25" y="1053"/>
                    <a:pt x="25" y="1755"/>
                  </a:cubicBezTo>
                  <a:cubicBezTo>
                    <a:pt x="0" y="4061"/>
                    <a:pt x="0" y="3986"/>
                    <a:pt x="25" y="4612"/>
                  </a:cubicBezTo>
                  <a:cubicBezTo>
                    <a:pt x="100" y="5715"/>
                    <a:pt x="577" y="8321"/>
                    <a:pt x="1278" y="9850"/>
                  </a:cubicBezTo>
                  <a:lnTo>
                    <a:pt x="1328" y="9900"/>
                  </a:lnTo>
                  <a:lnTo>
                    <a:pt x="1404" y="9925"/>
                  </a:lnTo>
                  <a:cubicBezTo>
                    <a:pt x="1437" y="9933"/>
                    <a:pt x="1475" y="9936"/>
                    <a:pt x="1515" y="9936"/>
                  </a:cubicBezTo>
                  <a:cubicBezTo>
                    <a:pt x="1741" y="9936"/>
                    <a:pt x="2034" y="9820"/>
                    <a:pt x="2055" y="9650"/>
                  </a:cubicBezTo>
                  <a:cubicBezTo>
                    <a:pt x="2331" y="8021"/>
                    <a:pt x="2506" y="7620"/>
                    <a:pt x="2506" y="5765"/>
                  </a:cubicBezTo>
                  <a:cubicBezTo>
                    <a:pt x="2506" y="4863"/>
                    <a:pt x="2857" y="4211"/>
                    <a:pt x="3008" y="3559"/>
                  </a:cubicBezTo>
                  <a:cubicBezTo>
                    <a:pt x="3208" y="2808"/>
                    <a:pt x="3559" y="978"/>
                    <a:pt x="3208" y="76"/>
                  </a:cubicBezTo>
                  <a:lnTo>
                    <a:pt x="3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50"/>
            <p:cNvSpPr/>
            <p:nvPr/>
          </p:nvSpPr>
          <p:spPr>
            <a:xfrm>
              <a:off x="2360747" y="3831686"/>
              <a:ext cx="59342" cy="501369"/>
            </a:xfrm>
            <a:custGeom>
              <a:rect b="b" l="l" r="r" t="t"/>
              <a:pathLst>
                <a:path extrusionOk="0" h="9750" w="1154">
                  <a:moveTo>
                    <a:pt x="552" y="0"/>
                  </a:moveTo>
                  <a:cubicBezTo>
                    <a:pt x="176" y="877"/>
                    <a:pt x="1" y="1880"/>
                    <a:pt x="1" y="3033"/>
                  </a:cubicBezTo>
                  <a:cubicBezTo>
                    <a:pt x="1" y="4085"/>
                    <a:pt x="151" y="5163"/>
                    <a:pt x="276" y="6115"/>
                  </a:cubicBezTo>
                  <a:cubicBezTo>
                    <a:pt x="452" y="7218"/>
                    <a:pt x="627" y="8496"/>
                    <a:pt x="1078" y="9724"/>
                  </a:cubicBezTo>
                  <a:lnTo>
                    <a:pt x="1154" y="9749"/>
                  </a:lnTo>
                  <a:cubicBezTo>
                    <a:pt x="703" y="8521"/>
                    <a:pt x="527" y="7218"/>
                    <a:pt x="352" y="6090"/>
                  </a:cubicBezTo>
                  <a:cubicBezTo>
                    <a:pt x="226" y="5163"/>
                    <a:pt x="76" y="4085"/>
                    <a:pt x="51" y="3033"/>
                  </a:cubicBezTo>
                  <a:cubicBezTo>
                    <a:pt x="51" y="1905"/>
                    <a:pt x="251" y="877"/>
                    <a:pt x="602" y="50"/>
                  </a:cubicBezTo>
                  <a:lnTo>
                    <a:pt x="6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50"/>
            <p:cNvSpPr/>
            <p:nvPr/>
          </p:nvSpPr>
          <p:spPr>
            <a:xfrm>
              <a:off x="2358176" y="3802014"/>
              <a:ext cx="230733" cy="94463"/>
            </a:xfrm>
            <a:custGeom>
              <a:rect b="b" l="l" r="r" t="t"/>
              <a:pathLst>
                <a:path extrusionOk="0" h="1837" w="4487">
                  <a:moveTo>
                    <a:pt x="3735" y="1"/>
                  </a:moveTo>
                  <a:lnTo>
                    <a:pt x="2632" y="477"/>
                  </a:lnTo>
                  <a:lnTo>
                    <a:pt x="126" y="402"/>
                  </a:lnTo>
                  <a:cubicBezTo>
                    <a:pt x="126" y="402"/>
                    <a:pt x="76" y="627"/>
                    <a:pt x="1" y="928"/>
                  </a:cubicBezTo>
                  <a:cubicBezTo>
                    <a:pt x="719" y="1499"/>
                    <a:pt x="1755" y="1836"/>
                    <a:pt x="2813" y="1836"/>
                  </a:cubicBezTo>
                  <a:cubicBezTo>
                    <a:pt x="3380" y="1836"/>
                    <a:pt x="3953" y="1739"/>
                    <a:pt x="4487" y="1529"/>
                  </a:cubicBezTo>
                  <a:cubicBezTo>
                    <a:pt x="4311" y="903"/>
                    <a:pt x="4061" y="326"/>
                    <a:pt x="37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50"/>
            <p:cNvSpPr/>
            <p:nvPr/>
          </p:nvSpPr>
          <p:spPr>
            <a:xfrm>
              <a:off x="2327271" y="3550709"/>
              <a:ext cx="265906" cy="320928"/>
            </a:xfrm>
            <a:custGeom>
              <a:rect b="b" l="l" r="r" t="t"/>
              <a:pathLst>
                <a:path extrusionOk="0" h="6241" w="5171">
                  <a:moveTo>
                    <a:pt x="1871" y="1"/>
                  </a:moveTo>
                  <a:cubicBezTo>
                    <a:pt x="1503" y="1"/>
                    <a:pt x="1094" y="163"/>
                    <a:pt x="727" y="627"/>
                  </a:cubicBezTo>
                  <a:cubicBezTo>
                    <a:pt x="276" y="1178"/>
                    <a:pt x="0" y="2256"/>
                    <a:pt x="602" y="5589"/>
                  </a:cubicBezTo>
                  <a:cubicBezTo>
                    <a:pt x="672" y="5998"/>
                    <a:pt x="2122" y="6240"/>
                    <a:pt x="3364" y="6240"/>
                  </a:cubicBezTo>
                  <a:cubicBezTo>
                    <a:pt x="4330" y="6240"/>
                    <a:pt x="5171" y="6094"/>
                    <a:pt x="5138" y="5765"/>
                  </a:cubicBezTo>
                  <a:cubicBezTo>
                    <a:pt x="4837" y="3484"/>
                    <a:pt x="3910" y="2131"/>
                    <a:pt x="2932" y="527"/>
                  </a:cubicBezTo>
                  <a:cubicBezTo>
                    <a:pt x="2776" y="284"/>
                    <a:pt x="2359" y="1"/>
                    <a:pt x="18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p50"/>
            <p:cNvSpPr/>
            <p:nvPr/>
          </p:nvSpPr>
          <p:spPr>
            <a:xfrm>
              <a:off x="2160402" y="3723337"/>
              <a:ext cx="32910" cy="27665"/>
            </a:xfrm>
            <a:custGeom>
              <a:rect b="b" l="l" r="r" t="t"/>
              <a:pathLst>
                <a:path extrusionOk="0" h="538" w="640">
                  <a:moveTo>
                    <a:pt x="127" y="1"/>
                  </a:moveTo>
                  <a:cubicBezTo>
                    <a:pt x="1" y="1"/>
                    <a:pt x="263" y="453"/>
                    <a:pt x="263" y="453"/>
                  </a:cubicBezTo>
                  <a:lnTo>
                    <a:pt x="162" y="478"/>
                  </a:lnTo>
                  <a:cubicBezTo>
                    <a:pt x="162" y="478"/>
                    <a:pt x="422" y="538"/>
                    <a:pt x="544" y="538"/>
                  </a:cubicBezTo>
                  <a:cubicBezTo>
                    <a:pt x="616" y="538"/>
                    <a:pt x="640" y="518"/>
                    <a:pt x="538" y="453"/>
                  </a:cubicBezTo>
                  <a:cubicBezTo>
                    <a:pt x="288" y="252"/>
                    <a:pt x="313" y="52"/>
                    <a:pt x="137" y="2"/>
                  </a:cubicBezTo>
                  <a:cubicBezTo>
                    <a:pt x="134" y="1"/>
                    <a:pt x="130" y="1"/>
                    <a:pt x="127" y="1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p50"/>
            <p:cNvSpPr/>
            <p:nvPr/>
          </p:nvSpPr>
          <p:spPr>
            <a:xfrm>
              <a:off x="2132222" y="3725651"/>
              <a:ext cx="52040" cy="39030"/>
            </a:xfrm>
            <a:custGeom>
              <a:rect b="b" l="l" r="r" t="t"/>
              <a:pathLst>
                <a:path extrusionOk="0" h="759" w="1012">
                  <a:moveTo>
                    <a:pt x="93" y="0"/>
                  </a:moveTo>
                  <a:cubicBezTo>
                    <a:pt x="29" y="0"/>
                    <a:pt x="1" y="30"/>
                    <a:pt x="34" y="107"/>
                  </a:cubicBezTo>
                  <a:cubicBezTo>
                    <a:pt x="184" y="458"/>
                    <a:pt x="334" y="734"/>
                    <a:pt x="936" y="759"/>
                  </a:cubicBezTo>
                  <a:lnTo>
                    <a:pt x="1011" y="383"/>
                  </a:lnTo>
                  <a:cubicBezTo>
                    <a:pt x="1011" y="383"/>
                    <a:pt x="323" y="0"/>
                    <a:pt x="93" y="0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p50"/>
            <p:cNvSpPr/>
            <p:nvPr/>
          </p:nvSpPr>
          <p:spPr>
            <a:xfrm>
              <a:off x="2171304" y="3597453"/>
              <a:ext cx="253924" cy="195046"/>
            </a:xfrm>
            <a:custGeom>
              <a:rect b="b" l="l" r="r" t="t"/>
              <a:pathLst>
                <a:path extrusionOk="0" h="3793" w="4938">
                  <a:moveTo>
                    <a:pt x="4016" y="0"/>
                  </a:moveTo>
                  <a:cubicBezTo>
                    <a:pt x="3938" y="0"/>
                    <a:pt x="3852" y="6"/>
                    <a:pt x="3760" y="19"/>
                  </a:cubicBezTo>
                  <a:cubicBezTo>
                    <a:pt x="2933" y="144"/>
                    <a:pt x="3509" y="1798"/>
                    <a:pt x="3158" y="2274"/>
                  </a:cubicBezTo>
                  <a:cubicBezTo>
                    <a:pt x="2821" y="2745"/>
                    <a:pt x="2134" y="2867"/>
                    <a:pt x="1513" y="2867"/>
                  </a:cubicBezTo>
                  <a:cubicBezTo>
                    <a:pt x="844" y="2867"/>
                    <a:pt x="251" y="2725"/>
                    <a:pt x="251" y="2725"/>
                  </a:cubicBezTo>
                  <a:cubicBezTo>
                    <a:pt x="1" y="2901"/>
                    <a:pt x="101" y="3277"/>
                    <a:pt x="101" y="3277"/>
                  </a:cubicBezTo>
                  <a:cubicBezTo>
                    <a:pt x="101" y="3277"/>
                    <a:pt x="1476" y="3793"/>
                    <a:pt x="2645" y="3793"/>
                  </a:cubicBezTo>
                  <a:cubicBezTo>
                    <a:pt x="3146" y="3793"/>
                    <a:pt x="3610" y="3698"/>
                    <a:pt x="3910" y="3427"/>
                  </a:cubicBezTo>
                  <a:cubicBezTo>
                    <a:pt x="4938" y="2575"/>
                    <a:pt x="4938" y="1397"/>
                    <a:pt x="4863" y="695"/>
                  </a:cubicBezTo>
                  <a:cubicBezTo>
                    <a:pt x="4797" y="300"/>
                    <a:pt x="4577" y="0"/>
                    <a:pt x="40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p50"/>
            <p:cNvSpPr/>
            <p:nvPr/>
          </p:nvSpPr>
          <p:spPr>
            <a:xfrm>
              <a:off x="2280835" y="3406519"/>
              <a:ext cx="278453" cy="316917"/>
            </a:xfrm>
            <a:custGeom>
              <a:rect b="b" l="l" r="r" t="t"/>
              <a:pathLst>
                <a:path extrusionOk="0" h="6163" w="5415">
                  <a:moveTo>
                    <a:pt x="1994" y="0"/>
                  </a:moveTo>
                  <a:cubicBezTo>
                    <a:pt x="1793" y="0"/>
                    <a:pt x="1545" y="50"/>
                    <a:pt x="1229" y="173"/>
                  </a:cubicBezTo>
                  <a:cubicBezTo>
                    <a:pt x="803" y="348"/>
                    <a:pt x="327" y="874"/>
                    <a:pt x="552" y="1752"/>
                  </a:cubicBezTo>
                  <a:cubicBezTo>
                    <a:pt x="778" y="2654"/>
                    <a:pt x="778" y="2654"/>
                    <a:pt x="552" y="3080"/>
                  </a:cubicBezTo>
                  <a:cubicBezTo>
                    <a:pt x="1" y="4108"/>
                    <a:pt x="1981" y="3506"/>
                    <a:pt x="1705" y="4509"/>
                  </a:cubicBezTo>
                  <a:cubicBezTo>
                    <a:pt x="1333" y="5748"/>
                    <a:pt x="1833" y="6162"/>
                    <a:pt x="2541" y="6162"/>
                  </a:cubicBezTo>
                  <a:cubicBezTo>
                    <a:pt x="3408" y="6162"/>
                    <a:pt x="4587" y="5543"/>
                    <a:pt x="4863" y="5060"/>
                  </a:cubicBezTo>
                  <a:cubicBezTo>
                    <a:pt x="5414" y="4057"/>
                    <a:pt x="5339" y="2629"/>
                    <a:pt x="4287" y="2278"/>
                  </a:cubicBezTo>
                  <a:cubicBezTo>
                    <a:pt x="3961" y="2153"/>
                    <a:pt x="4211" y="975"/>
                    <a:pt x="3460" y="950"/>
                  </a:cubicBezTo>
                  <a:cubicBezTo>
                    <a:pt x="2829" y="929"/>
                    <a:pt x="2859" y="0"/>
                    <a:pt x="19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1" name="Google Shape;2441;p50"/>
          <p:cNvSpPr/>
          <p:nvPr/>
        </p:nvSpPr>
        <p:spPr>
          <a:xfrm>
            <a:off x="4472125" y="3690600"/>
            <a:ext cx="3881700" cy="37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Data Analysis">
  <a:themeElements>
    <a:clrScheme name="Simple Light">
      <a:dk1>
        <a:srgbClr val="1F3374"/>
      </a:dk1>
      <a:lt1>
        <a:srgbClr val="F8F8F8"/>
      </a:lt1>
      <a:dk2>
        <a:srgbClr val="304BA6"/>
      </a:dk2>
      <a:lt2>
        <a:srgbClr val="D8E4F7"/>
      </a:lt2>
      <a:accent1>
        <a:srgbClr val="CB6EBE"/>
      </a:accent1>
      <a:accent2>
        <a:srgbClr val="F8C220"/>
      </a:accent2>
      <a:accent3>
        <a:srgbClr val="F05555"/>
      </a:accent3>
      <a:accent4>
        <a:srgbClr val="EFEFEF"/>
      </a:accent4>
      <a:accent5>
        <a:srgbClr val="FFFFFF"/>
      </a:accent5>
      <a:accent6>
        <a:srgbClr val="FFFFFF"/>
      </a:accent6>
      <a:hlink>
        <a:srgbClr val="1F337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